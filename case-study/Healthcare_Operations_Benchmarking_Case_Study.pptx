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68" r:id="rId1"/>
  </p:sldMasterIdLst>
  <p:notesMasterIdLst>
    <p:notesMasterId r:id="rId19"/>
  </p:notesMasterIdLst>
  <p:sldIdLst>
    <p:sldId id="256" r:id="rId2"/>
    <p:sldId id="265" r:id="rId3"/>
    <p:sldId id="271" r:id="rId4"/>
    <p:sldId id="270" r:id="rId5"/>
    <p:sldId id="279" r:id="rId7"/>
    <p:sldId id="280" r:id="rId8"/>
    <p:sldId id="282" r:id="rId9"/>
    <p:sldId id="283" r:id="rId10"/>
    <p:sldId id="277" r:id="rId11"/>
    <p:sldId id="285" r:id="rId13"/>
    <p:sldId id="286" r:id="rId14"/>
    <p:sldId id="287" r:id="rId15"/>
    <p:sldId id="267" r:id="rId16"/>
    <p:sldId id="288" r:id="rId17"/>
    <p:sldId id="289" r:id="rId18"/>
  </p:sldIdLst>
  <p:sldSz cx="9144000" cy="5143500" type="screen16x9"/>
  <p:notesSz cx="6858000" cy="9144000"/>
  <p:embeddedFontLst>
    <p:embeddedFont>
      <p:font typeface="Aptos Narrow" panose="020B0004020202020204" pitchFamily="34" charset="0"/>
      <p:regular r:id="rId20"/>
      <p:bold r:id="rId21"/>
      <p:italic r:id="rId22"/>
      <p:boldItalic r:id="rId23"/>
    </p:embeddedFont>
    <p:embeddedFont>
      <p:font typeface="DM Sans" pitchFamily="2" charset="0"/>
      <p:regular r:id="rId24"/>
      <p:bold r:id="rId25"/>
      <p:italic r:id="rId26"/>
      <p:boldItalic r:id="rId27"/>
    </p:embeddedFont>
    <p:embeddedFont>
      <p:font typeface="DM Sans Medium" pitchFamily="2" charset="0"/>
      <p:regular r:id="rId28"/>
      <p:bold r:id="rId29"/>
      <p:italic r:id="rId30"/>
      <p:boldItalic r:id="rId31"/>
    </p:embeddedFont>
    <p:embeddedFont>
      <p:font typeface="Inter Light" panose="020B0604020202020204" charset="0"/>
      <p:regular r:id="rId32"/>
      <p:bold r:id="rId33"/>
      <p:italic r:id="rId34"/>
      <p:boldItalic r:id="rId35"/>
    </p:embeddedFont>
    <p:embeddedFont>
      <p:font typeface="Lora" pitchFamily="2" charset="0"/>
      <p:regular r:id="rId36"/>
      <p:bold r:id="rId37"/>
      <p:italic r:id="rId38"/>
      <p:boldItalic r:id="rId39"/>
    </p:embeddedFont>
    <p:embeddedFont>
      <p:font typeface="Lustria" panose="020B0604020202020204" charset="0"/>
      <p:regular r:id="rId40"/>
    </p:embeddedFont>
    <p:embeddedFont>
      <p:font typeface="PT Serif" panose="020A0603040505020204" pitchFamily="18" charset="0"/>
      <p:regular r:id="rId41"/>
      <p:bold r:id="rId42"/>
      <p:italic r:id="rId43"/>
      <p:boldItalic r:id="rId44"/>
    </p:embeddedFont>
    <p:embeddedFont>
      <p:font typeface="Roboto Mono" panose="00000009000000000000" pitchFamily="49" charset="0"/>
      <p:regular r:id="rId45"/>
      <p:bold r:id="rId46"/>
      <p:italic r:id="rId47"/>
      <p:boldItalic r:id="rId48"/>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BCBD22"/>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06B5915-A98E-4E56-8D00-E4F5FFEB1B49}">
  <a:tblStyle styleId="{506B5915-A98E-4E56-8D00-E4F5FFEB1B49}" styleName="Table_0">
    <a:wholeTbl>
      <a:tcTxStyle>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9987" autoAdjust="0"/>
    <p:restoredTop sz="83542" autoAdjust="0"/>
  </p:normalViewPr>
  <p:slideViewPr>
    <p:cSldViewPr snapToGrid="0">
      <p:cViewPr varScale="1">
        <p:scale>
          <a:sx n="112" d="100"/>
          <a:sy n="112" d="100"/>
        </p:scale>
        <p:origin x="86" y="43"/>
      </p:cViewPr>
      <p:guideLst>
        <p:guide orient="horz" pos="1620"/>
        <p:guide pos="288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7" Type="http://schemas.openxmlformats.org/officeDocument/2006/relationships/slide" Target="slides/slide5.xml"/><Relationship Id="rId8" Type="http://schemas.openxmlformats.org/officeDocument/2006/relationships/slide" Target="slides/slide6.xml"/><Relationship Id="rId9" Type="http://schemas.openxmlformats.org/officeDocument/2006/relationships/slide" Target="slides/slide7.xml"/><Relationship Id="rId10" Type="http://schemas.openxmlformats.org/officeDocument/2006/relationships/slide" Target="slides/slide8.xml"/><Relationship Id="rId11" Type="http://schemas.openxmlformats.org/officeDocument/2006/relationships/slide" Target="slides/slide9.xml"/><Relationship Id="rId13" Type="http://schemas.openxmlformats.org/officeDocument/2006/relationships/slide" Target="slides/slide10.xml"/><Relationship Id="rId14" Type="http://schemas.openxmlformats.org/officeDocument/2006/relationships/slide" Target="slides/slide11.xml"/><Relationship Id="rId15" Type="http://schemas.openxmlformats.org/officeDocument/2006/relationships/slide" Target="slides/slide12.xml"/><Relationship Id="rId16" Type="http://schemas.openxmlformats.org/officeDocument/2006/relationships/slide" Target="slides/slide13.xml"/><Relationship Id="rId17" Type="http://schemas.openxmlformats.org/officeDocument/2006/relationships/slide" Target="slides/slide14.xml"/><Relationship Id="rId18" Type="http://schemas.openxmlformats.org/officeDocument/2006/relationships/slide" Target="slides/slide15.xml"/><Relationship Id="rId19" Type="http://schemas.openxmlformats.org/officeDocument/2006/relationships/notesMaster" Target="notesMasters/notesMaster1.xml"/><Relationship Id="rId20" Type="http://schemas.openxmlformats.org/officeDocument/2006/relationships/font" Target="fonts/font1.fntdata"/><Relationship Id="rId21" Type="http://schemas.openxmlformats.org/officeDocument/2006/relationships/font" Target="fonts/font2.fntdata"/><Relationship Id="rId22" Type="http://schemas.openxmlformats.org/officeDocument/2006/relationships/font" Target="fonts/font3.fntdata"/><Relationship Id="rId23" Type="http://schemas.openxmlformats.org/officeDocument/2006/relationships/font" Target="fonts/font4.fntdata"/><Relationship Id="rId24" Type="http://schemas.openxmlformats.org/officeDocument/2006/relationships/font" Target="fonts/font5.fntdata"/><Relationship Id="rId25" Type="http://schemas.openxmlformats.org/officeDocument/2006/relationships/font" Target="fonts/font6.fntdata"/><Relationship Id="rId26" Type="http://schemas.openxmlformats.org/officeDocument/2006/relationships/font" Target="fonts/font7.fntdata"/><Relationship Id="rId27" Type="http://schemas.openxmlformats.org/officeDocument/2006/relationships/font" Target="fonts/font8.fntdata"/><Relationship Id="rId28" Type="http://schemas.openxmlformats.org/officeDocument/2006/relationships/font" Target="fonts/font9.fntdata"/><Relationship Id="rId29" Type="http://schemas.openxmlformats.org/officeDocument/2006/relationships/font" Target="fonts/font10.fntdata"/><Relationship Id="rId30" Type="http://schemas.openxmlformats.org/officeDocument/2006/relationships/font" Target="fonts/font11.fntdata"/><Relationship Id="rId31" Type="http://schemas.openxmlformats.org/officeDocument/2006/relationships/font" Target="fonts/font12.fntdata"/><Relationship Id="rId32" Type="http://schemas.openxmlformats.org/officeDocument/2006/relationships/font" Target="fonts/font13.fntdata"/><Relationship Id="rId33" Type="http://schemas.openxmlformats.org/officeDocument/2006/relationships/font" Target="fonts/font14.fntdata"/><Relationship Id="rId34" Type="http://schemas.openxmlformats.org/officeDocument/2006/relationships/font" Target="fonts/font15.fntdata"/><Relationship Id="rId35" Type="http://schemas.openxmlformats.org/officeDocument/2006/relationships/font" Target="fonts/font16.fntdata"/><Relationship Id="rId36" Type="http://schemas.openxmlformats.org/officeDocument/2006/relationships/font" Target="fonts/font17.fntdata"/><Relationship Id="rId37" Type="http://schemas.openxmlformats.org/officeDocument/2006/relationships/font" Target="fonts/font18.fntdata"/><Relationship Id="rId38" Type="http://schemas.openxmlformats.org/officeDocument/2006/relationships/font" Target="fonts/font19.fntdata"/><Relationship Id="rId39" Type="http://schemas.openxmlformats.org/officeDocument/2006/relationships/font" Target="fonts/font20.fntdata"/><Relationship Id="rId40" Type="http://schemas.openxmlformats.org/officeDocument/2006/relationships/font" Target="fonts/font21.fntdata"/><Relationship Id="rId41" Type="http://schemas.openxmlformats.org/officeDocument/2006/relationships/font" Target="fonts/font22.fntdata"/><Relationship Id="rId42" Type="http://schemas.openxmlformats.org/officeDocument/2006/relationships/font" Target="fonts/font23.fntdata"/><Relationship Id="rId43" Type="http://schemas.openxmlformats.org/officeDocument/2006/relationships/font" Target="fonts/font24.fntdata"/><Relationship Id="rId44" Type="http://schemas.openxmlformats.org/officeDocument/2006/relationships/font" Target="fonts/font25.fntdata"/><Relationship Id="rId45" Type="http://schemas.openxmlformats.org/officeDocument/2006/relationships/font" Target="fonts/font26.fntdata"/><Relationship Id="rId46" Type="http://schemas.openxmlformats.org/officeDocument/2006/relationships/font" Target="fonts/font27.fntdata"/><Relationship Id="rId47" Type="http://schemas.openxmlformats.org/officeDocument/2006/relationships/font" Target="fonts/font28.fntdata"/><Relationship Id="rId48" Type="http://schemas.openxmlformats.org/officeDocument/2006/relationships/font" Target="fonts/font29.fntdata"/><Relationship Id="rId49" Type="http://schemas.openxmlformats.org/officeDocument/2006/relationships/presProps" Target="presProps.xml"/><Relationship Id="rId50" Type="http://schemas.openxmlformats.org/officeDocument/2006/relationships/viewProps" Target="viewProps.xml"/><Relationship Id="rId51" Type="http://schemas.openxmlformats.org/officeDocument/2006/relationships/theme" Target="theme/theme1.xml"/><Relationship Id="rId5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8"/>
        <p:cNvGrpSpPr/>
        <p:nvPr/>
      </p:nvGrpSpPr>
      <p:grpSpPr>
        <a:xfrm>
          <a:off x="0" y="0"/>
          <a:ext cx="0" cy="0"/>
          <a:chOff x="0" y="0"/>
          <a:chExt cx="0" cy="0"/>
        </a:xfrm>
      </p:grpSpPr>
      <p:sp>
        <p:nvSpPr>
          <p:cNvPr id="89" name="Google Shape;89;g2832a195f5b_0_133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0" name="Google Shape;90;g2832a195f5b_0_133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5">
          <a:extLst>
            <a:ext uri="{FF2B5EF4-FFF2-40B4-BE49-F238E27FC236}">
              <a16:creationId xmlns:a16="http://schemas.microsoft.com/office/drawing/2014/main" id="{7C4BCB8A-C4D1-0042-6B2F-B8CB925DF4B4}"/>
            </a:ext>
          </a:extLst>
        </p:cNvPr>
        <p:cNvGrpSpPr/>
        <p:nvPr/>
      </p:nvGrpSpPr>
      <p:grpSpPr>
        <a:xfrm>
          <a:off x="0" y="0"/>
          <a:ext cx="0" cy="0"/>
          <a:chOff x="0" y="0"/>
          <a:chExt cx="0" cy="0"/>
        </a:xfrm>
      </p:grpSpPr>
      <p:sp>
        <p:nvSpPr>
          <p:cNvPr id="146" name="Google Shape;146;g2851c1ef8be_0_74:notes">
            <a:extLst>
              <a:ext uri="{FF2B5EF4-FFF2-40B4-BE49-F238E27FC236}">
                <a16:creationId xmlns:a16="http://schemas.microsoft.com/office/drawing/2014/main" id="{55527516-44E3-407E-5B05-85A0691766F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7" name="Google Shape;147;g2851c1ef8be_0_74:notes">
            <a:extLst>
              <a:ext uri="{FF2B5EF4-FFF2-40B4-BE49-F238E27FC236}">
                <a16:creationId xmlns:a16="http://schemas.microsoft.com/office/drawing/2014/main" id="{B0A7079B-F258-236C-A49A-EAFD7F1FA31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Notes:</a:t>
            </a:r>
          </a:p>
          <a:p>
            <a:pPr marL="0" lvl="0" indent="0" algn="l" rtl="0">
              <a:spcBef>
                <a:spcPts val="0"/>
              </a:spcBef>
              <a:spcAft>
                <a:spcPts val="0"/>
              </a:spcAft>
              <a:buNone/>
            </a:pPr>
            <a:r>
              <a:rPr lang="en-US" dirty="0"/>
              <a:t>1. Weight values &lt;70 </a:t>
            </a:r>
            <a:r>
              <a:rPr lang="en-US" dirty="0" err="1"/>
              <a:t>lbs</a:t>
            </a:r>
            <a:r>
              <a:rPr lang="en-US" dirty="0"/>
              <a:t> or &gt;450 </a:t>
            </a:r>
            <a:r>
              <a:rPr lang="en-US" dirty="0" err="1"/>
              <a:t>lbs</a:t>
            </a:r>
            <a:r>
              <a:rPr lang="en-US" dirty="0"/>
              <a:t> were considered erroneous and excluded from analysis.</a:t>
            </a:r>
          </a:p>
          <a:p>
            <a:pPr marL="0" lvl="0" indent="0" algn="l" rtl="0">
              <a:spcBef>
                <a:spcPts val="0"/>
              </a:spcBef>
              <a:spcAft>
                <a:spcPts val="0"/>
              </a:spcAft>
              <a:buNone/>
            </a:pPr>
            <a:r>
              <a:rPr lang="en-US" dirty="0"/>
              <a:t>2. If a weight-change event occurred, weight was not assessed again for one week.</a:t>
            </a:r>
            <a:endParaRPr dirty="0"/>
          </a:p>
        </p:txBody>
      </p:sp>
    </p:spTree>
    <p:extLst>
      <p:ext uri="{BB962C8B-B14F-4D97-AF65-F5344CB8AC3E}">
        <p14:creationId xmlns:p14="http://schemas.microsoft.com/office/powerpoint/2010/main" val="48744990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5">
          <a:extLst>
            <a:ext uri="{FF2B5EF4-FFF2-40B4-BE49-F238E27FC236}">
              <a16:creationId xmlns:a16="http://schemas.microsoft.com/office/drawing/2014/main" id="{4D4B12D3-CBFF-B324-DC27-419AA7D14952}"/>
            </a:ext>
          </a:extLst>
        </p:cNvPr>
        <p:cNvGrpSpPr/>
        <p:nvPr/>
      </p:nvGrpSpPr>
      <p:grpSpPr>
        <a:xfrm>
          <a:off x="0" y="0"/>
          <a:ext cx="0" cy="0"/>
          <a:chOff x="0" y="0"/>
          <a:chExt cx="0" cy="0"/>
        </a:xfrm>
      </p:grpSpPr>
      <p:sp>
        <p:nvSpPr>
          <p:cNvPr id="146" name="Google Shape;146;g2851c1ef8be_0_74:notes">
            <a:extLst>
              <a:ext uri="{FF2B5EF4-FFF2-40B4-BE49-F238E27FC236}">
                <a16:creationId xmlns:a16="http://schemas.microsoft.com/office/drawing/2014/main" id="{E5706D93-94DF-A10A-74E1-CF7FB84A602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7" name="Google Shape;147;g2851c1ef8be_0_74:notes">
            <a:extLst>
              <a:ext uri="{FF2B5EF4-FFF2-40B4-BE49-F238E27FC236}">
                <a16:creationId xmlns:a16="http://schemas.microsoft.com/office/drawing/2014/main" id="{12D71004-79B9-8A8E-5155-0FBCDFA3908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lang="en-US" dirty="0"/>
          </a:p>
        </p:txBody>
      </p:sp>
    </p:spTree>
    <p:extLst>
      <p:ext uri="{BB962C8B-B14F-4D97-AF65-F5344CB8AC3E}">
        <p14:creationId xmlns:p14="http://schemas.microsoft.com/office/powerpoint/2010/main" val="249597288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5">
          <a:extLst>
            <a:ext uri="{FF2B5EF4-FFF2-40B4-BE49-F238E27FC236}">
              <a16:creationId xmlns:a16="http://schemas.microsoft.com/office/drawing/2014/main" id="{4D66FBF2-620E-FF37-5FE3-0AE4D29BDBB5}"/>
            </a:ext>
          </a:extLst>
        </p:cNvPr>
        <p:cNvGrpSpPr/>
        <p:nvPr/>
      </p:nvGrpSpPr>
      <p:grpSpPr>
        <a:xfrm>
          <a:off x="0" y="0"/>
          <a:ext cx="0" cy="0"/>
          <a:chOff x="0" y="0"/>
          <a:chExt cx="0" cy="0"/>
        </a:xfrm>
      </p:grpSpPr>
      <p:sp>
        <p:nvSpPr>
          <p:cNvPr id="146" name="Google Shape;146;g2851c1ef8be_0_74:notes">
            <a:extLst>
              <a:ext uri="{FF2B5EF4-FFF2-40B4-BE49-F238E27FC236}">
                <a16:creationId xmlns:a16="http://schemas.microsoft.com/office/drawing/2014/main" id="{5B0E6FBA-C021-7D51-4CBB-BA1CD478420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7" name="Google Shape;147;g2851c1ef8be_0_74:notes">
            <a:extLst>
              <a:ext uri="{FF2B5EF4-FFF2-40B4-BE49-F238E27FC236}">
                <a16:creationId xmlns:a16="http://schemas.microsoft.com/office/drawing/2014/main" id="{5EFE84D8-5929-AC16-6B95-D149E206F5D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Notes:</a:t>
            </a:r>
          </a:p>
          <a:p>
            <a:pPr marL="0" lvl="0" indent="0" algn="l" rtl="0">
              <a:spcBef>
                <a:spcPts val="0"/>
              </a:spcBef>
              <a:spcAft>
                <a:spcPts val="0"/>
              </a:spcAft>
              <a:buNone/>
            </a:pPr>
            <a:r>
              <a:rPr lang="en-US" dirty="0"/>
              <a:t>1. Weight values &lt;70 </a:t>
            </a:r>
            <a:r>
              <a:rPr lang="en-US" dirty="0" err="1"/>
              <a:t>lbs</a:t>
            </a:r>
            <a:r>
              <a:rPr lang="en-US" dirty="0"/>
              <a:t> or &gt;450 </a:t>
            </a:r>
            <a:r>
              <a:rPr lang="en-US" dirty="0" err="1"/>
              <a:t>lbs</a:t>
            </a:r>
            <a:r>
              <a:rPr lang="en-US" dirty="0"/>
              <a:t> were considered erroneous and excluded from analysis.</a:t>
            </a:r>
          </a:p>
          <a:p>
            <a:pPr marL="0" lvl="0" indent="0" algn="l" rtl="0">
              <a:spcBef>
                <a:spcPts val="0"/>
              </a:spcBef>
              <a:spcAft>
                <a:spcPts val="0"/>
              </a:spcAft>
              <a:buNone/>
            </a:pPr>
            <a:r>
              <a:rPr lang="en-US" dirty="0"/>
              <a:t>2. If a weight-change event occurred, weight was not assessed again for one week.</a:t>
            </a:r>
            <a:endParaRPr dirty="0"/>
          </a:p>
        </p:txBody>
      </p:sp>
    </p:spTree>
    <p:extLst>
      <p:ext uri="{BB962C8B-B14F-4D97-AF65-F5344CB8AC3E}">
        <p14:creationId xmlns:p14="http://schemas.microsoft.com/office/powerpoint/2010/main" val="210477155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5">
          <a:extLst>
            <a:ext uri="{FF2B5EF4-FFF2-40B4-BE49-F238E27FC236}">
              <a16:creationId xmlns:a16="http://schemas.microsoft.com/office/drawing/2014/main" id="{41AFBE07-769C-CE6C-C048-CD11FF897F03}"/>
            </a:ext>
          </a:extLst>
        </p:cNvPr>
        <p:cNvGrpSpPr/>
        <p:nvPr/>
      </p:nvGrpSpPr>
      <p:grpSpPr>
        <a:xfrm>
          <a:off x="0" y="0"/>
          <a:ext cx="0" cy="0"/>
          <a:chOff x="0" y="0"/>
          <a:chExt cx="0" cy="0"/>
        </a:xfrm>
      </p:grpSpPr>
      <p:sp>
        <p:nvSpPr>
          <p:cNvPr id="146" name="Google Shape;146;g2851c1ef8be_0_74:notes">
            <a:extLst>
              <a:ext uri="{FF2B5EF4-FFF2-40B4-BE49-F238E27FC236}">
                <a16:creationId xmlns:a16="http://schemas.microsoft.com/office/drawing/2014/main" id="{74ED9571-ADFD-7706-D008-13042CBAE5A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7" name="Google Shape;147;g2851c1ef8be_0_74:notes">
            <a:extLst>
              <a:ext uri="{FF2B5EF4-FFF2-40B4-BE49-F238E27FC236}">
                <a16:creationId xmlns:a16="http://schemas.microsoft.com/office/drawing/2014/main" id="{904AF9F9-E222-CBE5-A14F-5B9097975BF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Notes:</a:t>
            </a:r>
          </a:p>
          <a:p>
            <a:pPr marL="0" lvl="0" indent="0" algn="l" rtl="0">
              <a:spcBef>
                <a:spcPts val="0"/>
              </a:spcBef>
              <a:spcAft>
                <a:spcPts val="0"/>
              </a:spcAft>
              <a:buNone/>
            </a:pPr>
            <a:r>
              <a:rPr lang="en-US" dirty="0"/>
              <a:t>1. Weight values &lt;70 </a:t>
            </a:r>
            <a:r>
              <a:rPr lang="en-US" dirty="0" err="1"/>
              <a:t>lbs</a:t>
            </a:r>
            <a:r>
              <a:rPr lang="en-US" dirty="0"/>
              <a:t> or &gt;450 </a:t>
            </a:r>
            <a:r>
              <a:rPr lang="en-US" dirty="0" err="1"/>
              <a:t>lbs</a:t>
            </a:r>
            <a:r>
              <a:rPr lang="en-US" dirty="0"/>
              <a:t> were considered erroneous and excluded from analysis.</a:t>
            </a:r>
          </a:p>
          <a:p>
            <a:pPr marL="0" lvl="0" indent="0" algn="l" rtl="0">
              <a:spcBef>
                <a:spcPts val="0"/>
              </a:spcBef>
              <a:spcAft>
                <a:spcPts val="0"/>
              </a:spcAft>
              <a:buNone/>
            </a:pPr>
            <a:r>
              <a:rPr lang="en-US" dirty="0"/>
              <a:t>2. If a weight-change event occurred, weight was not assessed again for one week.</a:t>
            </a:r>
            <a:endParaRPr dirty="0"/>
          </a:p>
        </p:txBody>
      </p:sp>
    </p:spTree>
    <p:extLst>
      <p:ext uri="{BB962C8B-B14F-4D97-AF65-F5344CB8AC3E}">
        <p14:creationId xmlns:p14="http://schemas.microsoft.com/office/powerpoint/2010/main" val="295702489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5">
          <a:extLst>
            <a:ext uri="{FF2B5EF4-FFF2-40B4-BE49-F238E27FC236}">
              <a16:creationId xmlns:a16="http://schemas.microsoft.com/office/drawing/2014/main" id="{9B38307A-ED97-486C-A957-4BC8C8394D00}"/>
            </a:ext>
          </a:extLst>
        </p:cNvPr>
        <p:cNvGrpSpPr/>
        <p:nvPr/>
      </p:nvGrpSpPr>
      <p:grpSpPr>
        <a:xfrm>
          <a:off x="0" y="0"/>
          <a:ext cx="0" cy="0"/>
          <a:chOff x="0" y="0"/>
          <a:chExt cx="0" cy="0"/>
        </a:xfrm>
      </p:grpSpPr>
      <p:sp>
        <p:nvSpPr>
          <p:cNvPr id="146" name="Google Shape;146;g2851c1ef8be_0_74:notes">
            <a:extLst>
              <a:ext uri="{FF2B5EF4-FFF2-40B4-BE49-F238E27FC236}">
                <a16:creationId xmlns:a16="http://schemas.microsoft.com/office/drawing/2014/main" id="{62723F77-9771-DA4C-3BE9-E28A413642C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7" name="Google Shape;147;g2851c1ef8be_0_74:notes">
            <a:extLst>
              <a:ext uri="{FF2B5EF4-FFF2-40B4-BE49-F238E27FC236}">
                <a16:creationId xmlns:a16="http://schemas.microsoft.com/office/drawing/2014/main" id="{7120FEE8-5402-E834-1F31-7BE13D2A2D0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Notes:</a:t>
            </a:r>
          </a:p>
          <a:p>
            <a:pPr marL="0" lvl="0" indent="0" algn="l" rtl="0">
              <a:spcBef>
                <a:spcPts val="0"/>
              </a:spcBef>
              <a:spcAft>
                <a:spcPts val="0"/>
              </a:spcAft>
              <a:buNone/>
            </a:pPr>
            <a:r>
              <a:rPr lang="en-US" dirty="0"/>
              <a:t>1. Weight values &lt;70 </a:t>
            </a:r>
            <a:r>
              <a:rPr lang="en-US" dirty="0" err="1"/>
              <a:t>lbs</a:t>
            </a:r>
            <a:r>
              <a:rPr lang="en-US" dirty="0"/>
              <a:t> or &gt;450 </a:t>
            </a:r>
            <a:r>
              <a:rPr lang="en-US" dirty="0" err="1"/>
              <a:t>lbs</a:t>
            </a:r>
            <a:r>
              <a:rPr lang="en-US" dirty="0"/>
              <a:t> were considered erroneous and excluded from analysis.</a:t>
            </a:r>
          </a:p>
          <a:p>
            <a:pPr marL="0" lvl="0" indent="0" algn="l" rtl="0">
              <a:spcBef>
                <a:spcPts val="0"/>
              </a:spcBef>
              <a:spcAft>
                <a:spcPts val="0"/>
              </a:spcAft>
              <a:buNone/>
            </a:pPr>
            <a:r>
              <a:rPr lang="en-US" dirty="0"/>
              <a:t>2. If a weight-change event occurred, weight was not assessed again for one week.</a:t>
            </a:r>
            <a:endParaRPr dirty="0"/>
          </a:p>
        </p:txBody>
      </p:sp>
    </p:spTree>
    <p:extLst>
      <p:ext uri="{BB962C8B-B14F-4D97-AF65-F5344CB8AC3E}">
        <p14:creationId xmlns:p14="http://schemas.microsoft.com/office/powerpoint/2010/main" val="48806214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5">
          <a:extLst>
            <a:ext uri="{FF2B5EF4-FFF2-40B4-BE49-F238E27FC236}">
              <a16:creationId xmlns:a16="http://schemas.microsoft.com/office/drawing/2014/main" id="{46F54D97-868A-3A07-1105-0B5436901D22}"/>
            </a:ext>
          </a:extLst>
        </p:cNvPr>
        <p:cNvGrpSpPr/>
        <p:nvPr/>
      </p:nvGrpSpPr>
      <p:grpSpPr>
        <a:xfrm>
          <a:off x="0" y="0"/>
          <a:ext cx="0" cy="0"/>
          <a:chOff x="0" y="0"/>
          <a:chExt cx="0" cy="0"/>
        </a:xfrm>
      </p:grpSpPr>
      <p:sp>
        <p:nvSpPr>
          <p:cNvPr id="146" name="Google Shape;146;g2851c1ef8be_0_74:notes">
            <a:extLst>
              <a:ext uri="{FF2B5EF4-FFF2-40B4-BE49-F238E27FC236}">
                <a16:creationId xmlns:a16="http://schemas.microsoft.com/office/drawing/2014/main" id="{ECED48B0-6B0E-D03B-D0BF-27CE2491373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7" name="Google Shape;147;g2851c1ef8be_0_74:notes">
            <a:extLst>
              <a:ext uri="{FF2B5EF4-FFF2-40B4-BE49-F238E27FC236}">
                <a16:creationId xmlns:a16="http://schemas.microsoft.com/office/drawing/2014/main" id="{CA583C37-6989-AC3A-2F52-1A17CF24990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Notes:</a:t>
            </a:r>
          </a:p>
          <a:p>
            <a:pPr marL="0" lvl="0" indent="0" algn="l" rtl="0">
              <a:spcBef>
                <a:spcPts val="0"/>
              </a:spcBef>
              <a:spcAft>
                <a:spcPts val="0"/>
              </a:spcAft>
              <a:buNone/>
            </a:pPr>
            <a:r>
              <a:rPr lang="en-US" dirty="0"/>
              <a:t>1. Weight values &lt;70 </a:t>
            </a:r>
            <a:r>
              <a:rPr lang="en-US" dirty="0" err="1"/>
              <a:t>lbs</a:t>
            </a:r>
            <a:r>
              <a:rPr lang="en-US" dirty="0"/>
              <a:t> or &gt;450 </a:t>
            </a:r>
            <a:r>
              <a:rPr lang="en-US" dirty="0" err="1"/>
              <a:t>lbs</a:t>
            </a:r>
            <a:r>
              <a:rPr lang="en-US" dirty="0"/>
              <a:t> were considered erroneous and excluded from analysis.</a:t>
            </a:r>
          </a:p>
          <a:p>
            <a:pPr marL="0" lvl="0" indent="0" algn="l" rtl="0">
              <a:spcBef>
                <a:spcPts val="0"/>
              </a:spcBef>
              <a:spcAft>
                <a:spcPts val="0"/>
              </a:spcAft>
              <a:buNone/>
            </a:pPr>
            <a:r>
              <a:rPr lang="en-US" dirty="0"/>
              <a:t>2. If a weight-change event occurred, weight was not assessed again for one week.</a:t>
            </a:r>
            <a:endParaRPr dirty="0"/>
          </a:p>
        </p:txBody>
      </p:sp>
    </p:spTree>
    <p:extLst>
      <p:ext uri="{BB962C8B-B14F-4D97-AF65-F5344CB8AC3E}">
        <p14:creationId xmlns:p14="http://schemas.microsoft.com/office/powerpoint/2010/main" val="18184847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5">
          <a:extLst>
            <a:ext uri="{FF2B5EF4-FFF2-40B4-BE49-F238E27FC236}">
              <a16:creationId xmlns:a16="http://schemas.microsoft.com/office/drawing/2014/main" id="{BB91BED6-5283-DF2E-58CE-8741CB6C45F3}"/>
            </a:ext>
          </a:extLst>
        </p:cNvPr>
        <p:cNvGrpSpPr/>
        <p:nvPr/>
      </p:nvGrpSpPr>
      <p:grpSpPr>
        <a:xfrm>
          <a:off x="0" y="0"/>
          <a:ext cx="0" cy="0"/>
          <a:chOff x="0" y="0"/>
          <a:chExt cx="0" cy="0"/>
        </a:xfrm>
      </p:grpSpPr>
      <p:sp>
        <p:nvSpPr>
          <p:cNvPr id="146" name="Google Shape;146;g2851c1ef8be_0_74:notes">
            <a:extLst>
              <a:ext uri="{FF2B5EF4-FFF2-40B4-BE49-F238E27FC236}">
                <a16:creationId xmlns:a16="http://schemas.microsoft.com/office/drawing/2014/main" id="{85F74F77-4BCE-EFBE-77BF-90DFA6C2E8D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7" name="Google Shape;147;g2851c1ef8be_0_74:notes">
            <a:extLst>
              <a:ext uri="{FF2B5EF4-FFF2-40B4-BE49-F238E27FC236}">
                <a16:creationId xmlns:a16="http://schemas.microsoft.com/office/drawing/2014/main" id="{C106075C-6024-F008-1FC2-9BD10966A8D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Notes:</a:t>
            </a:r>
          </a:p>
          <a:p>
            <a:pPr marL="0" lvl="0" indent="0" algn="l" rtl="0">
              <a:spcBef>
                <a:spcPts val="0"/>
              </a:spcBef>
              <a:spcAft>
                <a:spcPts val="0"/>
              </a:spcAft>
              <a:buNone/>
            </a:pPr>
            <a:r>
              <a:rPr lang="en-US" dirty="0"/>
              <a:t>1. Weight values &lt;70 </a:t>
            </a:r>
            <a:r>
              <a:rPr lang="en-US" dirty="0" err="1"/>
              <a:t>lbs</a:t>
            </a:r>
            <a:r>
              <a:rPr lang="en-US" dirty="0"/>
              <a:t> or &gt;450 </a:t>
            </a:r>
            <a:r>
              <a:rPr lang="en-US" dirty="0" err="1"/>
              <a:t>lbs</a:t>
            </a:r>
            <a:r>
              <a:rPr lang="en-US" dirty="0"/>
              <a:t> were considered erroneous and excluded from analysis.</a:t>
            </a:r>
          </a:p>
          <a:p>
            <a:pPr marL="0" lvl="0" indent="0" algn="l" rtl="0">
              <a:spcBef>
                <a:spcPts val="0"/>
              </a:spcBef>
              <a:spcAft>
                <a:spcPts val="0"/>
              </a:spcAft>
              <a:buNone/>
            </a:pPr>
            <a:r>
              <a:rPr lang="en-US" dirty="0"/>
              <a:t>2. If a weight-change event occurred, weight was not assessed again for one week.</a:t>
            </a:r>
            <a:endParaRPr dirty="0"/>
          </a:p>
        </p:txBody>
      </p:sp>
    </p:spTree>
    <p:extLst>
      <p:ext uri="{BB962C8B-B14F-4D97-AF65-F5344CB8AC3E}">
        <p14:creationId xmlns:p14="http://schemas.microsoft.com/office/powerpoint/2010/main" val="154885077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5">
          <a:extLst>
            <a:ext uri="{FF2B5EF4-FFF2-40B4-BE49-F238E27FC236}">
              <a16:creationId xmlns:a16="http://schemas.microsoft.com/office/drawing/2014/main" id="{90B6CFD5-5682-3063-8DE1-89FA2C56AFCA}"/>
            </a:ext>
          </a:extLst>
        </p:cNvPr>
        <p:cNvGrpSpPr/>
        <p:nvPr/>
      </p:nvGrpSpPr>
      <p:grpSpPr>
        <a:xfrm>
          <a:off x="0" y="0"/>
          <a:ext cx="0" cy="0"/>
          <a:chOff x="0" y="0"/>
          <a:chExt cx="0" cy="0"/>
        </a:xfrm>
      </p:grpSpPr>
      <p:sp>
        <p:nvSpPr>
          <p:cNvPr id="146" name="Google Shape;146;g2851c1ef8be_0_74:notes">
            <a:extLst>
              <a:ext uri="{FF2B5EF4-FFF2-40B4-BE49-F238E27FC236}">
                <a16:creationId xmlns:a16="http://schemas.microsoft.com/office/drawing/2014/main" id="{23D019A0-8138-80A4-9FCC-459F88E54EE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7" name="Google Shape;147;g2851c1ef8be_0_74:notes">
            <a:extLst>
              <a:ext uri="{FF2B5EF4-FFF2-40B4-BE49-F238E27FC236}">
                <a16:creationId xmlns:a16="http://schemas.microsoft.com/office/drawing/2014/main" id="{2F5CF2AB-9CEA-8B3E-895A-16FD06E8AB0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Notes:</a:t>
            </a:r>
          </a:p>
          <a:p>
            <a:pPr marL="0" lvl="0" indent="0" algn="l" rtl="0">
              <a:spcBef>
                <a:spcPts val="0"/>
              </a:spcBef>
              <a:spcAft>
                <a:spcPts val="0"/>
              </a:spcAft>
              <a:buNone/>
            </a:pPr>
            <a:r>
              <a:rPr lang="en-US" dirty="0"/>
              <a:t>1. Weight values &lt;70 </a:t>
            </a:r>
            <a:r>
              <a:rPr lang="en-US" dirty="0" err="1"/>
              <a:t>lbs</a:t>
            </a:r>
            <a:r>
              <a:rPr lang="en-US" dirty="0"/>
              <a:t> or &gt;450 </a:t>
            </a:r>
            <a:r>
              <a:rPr lang="en-US" dirty="0" err="1"/>
              <a:t>lbs</a:t>
            </a:r>
            <a:r>
              <a:rPr lang="en-US" dirty="0"/>
              <a:t> were considered erroneous and excluded from analysis.</a:t>
            </a:r>
          </a:p>
          <a:p>
            <a:pPr marL="0" lvl="0" indent="0" algn="l" rtl="0">
              <a:spcBef>
                <a:spcPts val="0"/>
              </a:spcBef>
              <a:spcAft>
                <a:spcPts val="0"/>
              </a:spcAft>
              <a:buNone/>
            </a:pPr>
            <a:r>
              <a:rPr lang="en-US" dirty="0"/>
              <a:t>2. If a weight-change event occurred, weight was not assessed again for one week.</a:t>
            </a:r>
            <a:endParaRPr dirty="0"/>
          </a:p>
        </p:txBody>
      </p:sp>
    </p:spTree>
    <p:extLst>
      <p:ext uri="{BB962C8B-B14F-4D97-AF65-F5344CB8AC3E}">
        <p14:creationId xmlns:p14="http://schemas.microsoft.com/office/powerpoint/2010/main" val="21249017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5">
          <a:extLst>
            <a:ext uri="{FF2B5EF4-FFF2-40B4-BE49-F238E27FC236}">
              <a16:creationId xmlns:a16="http://schemas.microsoft.com/office/drawing/2014/main" id="{8805B87E-515C-0732-77B4-3D9674132A83}"/>
            </a:ext>
          </a:extLst>
        </p:cNvPr>
        <p:cNvGrpSpPr/>
        <p:nvPr/>
      </p:nvGrpSpPr>
      <p:grpSpPr>
        <a:xfrm>
          <a:off x="0" y="0"/>
          <a:ext cx="0" cy="0"/>
          <a:chOff x="0" y="0"/>
          <a:chExt cx="0" cy="0"/>
        </a:xfrm>
      </p:grpSpPr>
      <p:sp>
        <p:nvSpPr>
          <p:cNvPr id="146" name="Google Shape;146;g2851c1ef8be_0_74:notes">
            <a:extLst>
              <a:ext uri="{FF2B5EF4-FFF2-40B4-BE49-F238E27FC236}">
                <a16:creationId xmlns:a16="http://schemas.microsoft.com/office/drawing/2014/main" id="{E70B7C49-B2D7-07C9-69CC-8E1F76974DF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7" name="Google Shape;147;g2851c1ef8be_0_74:notes">
            <a:extLst>
              <a:ext uri="{FF2B5EF4-FFF2-40B4-BE49-F238E27FC236}">
                <a16:creationId xmlns:a16="http://schemas.microsoft.com/office/drawing/2014/main" id="{5605F33A-FBC6-BE7B-8294-697CC396EE0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88364330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5">
          <a:extLst>
            <a:ext uri="{FF2B5EF4-FFF2-40B4-BE49-F238E27FC236}">
              <a16:creationId xmlns:a16="http://schemas.microsoft.com/office/drawing/2014/main" id="{20E7170B-C7A9-1F94-D307-772D11B5DEF8}"/>
            </a:ext>
          </a:extLst>
        </p:cNvPr>
        <p:cNvGrpSpPr/>
        <p:nvPr/>
      </p:nvGrpSpPr>
      <p:grpSpPr>
        <a:xfrm>
          <a:off x="0" y="0"/>
          <a:ext cx="0" cy="0"/>
          <a:chOff x="0" y="0"/>
          <a:chExt cx="0" cy="0"/>
        </a:xfrm>
      </p:grpSpPr>
      <p:sp>
        <p:nvSpPr>
          <p:cNvPr id="146" name="Google Shape;146;g2851c1ef8be_0_74:notes">
            <a:extLst>
              <a:ext uri="{FF2B5EF4-FFF2-40B4-BE49-F238E27FC236}">
                <a16:creationId xmlns:a16="http://schemas.microsoft.com/office/drawing/2014/main" id="{010F06EA-77FF-24EF-DF70-B57F1293B0E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7" name="Google Shape;147;g2851c1ef8be_0_74:notes">
            <a:extLst>
              <a:ext uri="{FF2B5EF4-FFF2-40B4-BE49-F238E27FC236}">
                <a16:creationId xmlns:a16="http://schemas.microsoft.com/office/drawing/2014/main" id="{2FE8C9EE-DD6E-6FEA-1246-7CDF7D20624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44548656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5">
          <a:extLst>
            <a:ext uri="{FF2B5EF4-FFF2-40B4-BE49-F238E27FC236}">
              <a16:creationId xmlns:a16="http://schemas.microsoft.com/office/drawing/2014/main" id="{C5D0304C-6678-C8D5-41E9-013E50499DDC}"/>
            </a:ext>
          </a:extLst>
        </p:cNvPr>
        <p:cNvGrpSpPr/>
        <p:nvPr/>
      </p:nvGrpSpPr>
      <p:grpSpPr>
        <a:xfrm>
          <a:off x="0" y="0"/>
          <a:ext cx="0" cy="0"/>
          <a:chOff x="0" y="0"/>
          <a:chExt cx="0" cy="0"/>
        </a:xfrm>
      </p:grpSpPr>
      <p:sp>
        <p:nvSpPr>
          <p:cNvPr id="146" name="Google Shape;146;g2851c1ef8be_0_74:notes">
            <a:extLst>
              <a:ext uri="{FF2B5EF4-FFF2-40B4-BE49-F238E27FC236}">
                <a16:creationId xmlns:a16="http://schemas.microsoft.com/office/drawing/2014/main" id="{A3D0ED52-F129-2FC3-1DE1-3E91E09AF32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7" name="Google Shape;147;g2851c1ef8be_0_74:notes">
            <a:extLst>
              <a:ext uri="{FF2B5EF4-FFF2-40B4-BE49-F238E27FC236}">
                <a16:creationId xmlns:a16="http://schemas.microsoft.com/office/drawing/2014/main" id="{D2895435-5BB2-7809-9FDE-3555C1EC104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119702954"/>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5">
          <a:extLst>
            <a:ext uri="{FF2B5EF4-FFF2-40B4-BE49-F238E27FC236}">
              <a16:creationId xmlns:a16="http://schemas.microsoft.com/office/drawing/2014/main" id="{C4F037CB-33AA-3C2D-D7D3-C65929D93337}"/>
            </a:ext>
          </a:extLst>
        </p:cNvPr>
        <p:cNvGrpSpPr/>
        <p:nvPr/>
      </p:nvGrpSpPr>
      <p:grpSpPr>
        <a:xfrm>
          <a:off x="0" y="0"/>
          <a:ext cx="0" cy="0"/>
          <a:chOff x="0" y="0"/>
          <a:chExt cx="0" cy="0"/>
        </a:xfrm>
      </p:grpSpPr>
      <p:sp>
        <p:nvSpPr>
          <p:cNvPr id="146" name="Google Shape;146;g2851c1ef8be_0_74:notes">
            <a:extLst>
              <a:ext uri="{FF2B5EF4-FFF2-40B4-BE49-F238E27FC236}">
                <a16:creationId xmlns:a16="http://schemas.microsoft.com/office/drawing/2014/main" id="{35451A19-D78B-7F16-A5CD-C4DCA9F246E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7" name="Google Shape;147;g2851c1ef8be_0_74:notes">
            <a:extLst>
              <a:ext uri="{FF2B5EF4-FFF2-40B4-BE49-F238E27FC236}">
                <a16:creationId xmlns:a16="http://schemas.microsoft.com/office/drawing/2014/main" id="{7352BC0F-142E-BA79-0462-C6DED73E910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Notes:</a:t>
            </a:r>
          </a:p>
          <a:p>
            <a:pPr marL="0" lvl="0" indent="0" algn="l" rtl="0">
              <a:spcBef>
                <a:spcPts val="0"/>
              </a:spcBef>
              <a:spcAft>
                <a:spcPts val="0"/>
              </a:spcAft>
              <a:buNone/>
            </a:pPr>
            <a:r>
              <a:rPr lang="en-US" dirty="0"/>
              <a:t>1. Weight values &lt;70 </a:t>
            </a:r>
            <a:r>
              <a:rPr lang="en-US" dirty="0" err="1"/>
              <a:t>lbs</a:t>
            </a:r>
            <a:r>
              <a:rPr lang="en-US" dirty="0"/>
              <a:t> or &gt;450 </a:t>
            </a:r>
            <a:r>
              <a:rPr lang="en-US" dirty="0" err="1"/>
              <a:t>lbs</a:t>
            </a:r>
            <a:r>
              <a:rPr lang="en-US" dirty="0"/>
              <a:t> were considered erroneous and excluded from analysis.</a:t>
            </a:r>
          </a:p>
          <a:p>
            <a:pPr marL="0" lvl="0" indent="0" algn="l" rtl="0">
              <a:spcBef>
                <a:spcPts val="0"/>
              </a:spcBef>
              <a:spcAft>
                <a:spcPts val="0"/>
              </a:spcAft>
              <a:buNone/>
            </a:pPr>
            <a:r>
              <a:rPr lang="en-US" dirty="0"/>
              <a:t>2. If a weight-change event occurred, weight was not assessed again for one week.</a:t>
            </a:r>
            <a:endParaRPr dirty="0"/>
          </a:p>
        </p:txBody>
      </p:sp>
    </p:spTree>
    <p:extLst>
      <p:ext uri="{BB962C8B-B14F-4D97-AF65-F5344CB8AC3E}">
        <p14:creationId xmlns:p14="http://schemas.microsoft.com/office/powerpoint/2010/main" val="63284885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5">
          <a:extLst>
            <a:ext uri="{FF2B5EF4-FFF2-40B4-BE49-F238E27FC236}">
              <a16:creationId xmlns:a16="http://schemas.microsoft.com/office/drawing/2014/main" id="{E872E7C7-CABD-07B2-0B85-CC9711B70C2A}"/>
            </a:ext>
          </a:extLst>
        </p:cNvPr>
        <p:cNvGrpSpPr/>
        <p:nvPr/>
      </p:nvGrpSpPr>
      <p:grpSpPr>
        <a:xfrm>
          <a:off x="0" y="0"/>
          <a:ext cx="0" cy="0"/>
          <a:chOff x="0" y="0"/>
          <a:chExt cx="0" cy="0"/>
        </a:xfrm>
      </p:grpSpPr>
      <p:sp>
        <p:nvSpPr>
          <p:cNvPr id="146" name="Google Shape;146;g2851c1ef8be_0_74:notes">
            <a:extLst>
              <a:ext uri="{FF2B5EF4-FFF2-40B4-BE49-F238E27FC236}">
                <a16:creationId xmlns:a16="http://schemas.microsoft.com/office/drawing/2014/main" id="{7A6F17A8-5883-BCE6-FD46-653C21D3397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7" name="Google Shape;147;g2851c1ef8be_0_74:notes">
            <a:extLst>
              <a:ext uri="{FF2B5EF4-FFF2-40B4-BE49-F238E27FC236}">
                <a16:creationId xmlns:a16="http://schemas.microsoft.com/office/drawing/2014/main" id="{B6F7574F-3840-7D73-4D66-D8BAAC6C2DF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07784028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8">
          <a:extLst>
            <a:ext uri="{FF2B5EF4-FFF2-40B4-BE49-F238E27FC236}">
              <a16:creationId xmlns:a16="http://schemas.microsoft.com/office/drawing/2014/main" id="{5F99D150-8EA3-3C65-2BAE-B1FEAE000E2F}"/>
            </a:ext>
          </a:extLst>
        </p:cNvPr>
        <p:cNvGrpSpPr/>
        <p:nvPr/>
      </p:nvGrpSpPr>
      <p:grpSpPr>
        <a:xfrm>
          <a:off x="0" y="0"/>
          <a:ext cx="0" cy="0"/>
          <a:chOff x="0" y="0"/>
          <a:chExt cx="0" cy="0"/>
        </a:xfrm>
      </p:grpSpPr>
      <p:sp>
        <p:nvSpPr>
          <p:cNvPr id="89" name="Google Shape;89;g2832a195f5b_0_1335:notes">
            <a:extLst>
              <a:ext uri="{FF2B5EF4-FFF2-40B4-BE49-F238E27FC236}">
                <a16:creationId xmlns:a16="http://schemas.microsoft.com/office/drawing/2014/main" id="{31BAAC9C-6445-9D46-7F43-2D865E39CFF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0" name="Google Shape;90;g2832a195f5b_0_1335:notes">
            <a:extLst>
              <a:ext uri="{FF2B5EF4-FFF2-40B4-BE49-F238E27FC236}">
                <a16:creationId xmlns:a16="http://schemas.microsoft.com/office/drawing/2014/main" id="{C1752573-152C-3DBE-A424-136E51D2831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51350724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Section Title – Dark Green">
  <p:cSld name="CUSTOM">
    <p:spTree>
      <p:nvGrpSpPr>
        <p:cNvPr id="1" name="Shape 8"/>
        <p:cNvGrpSpPr/>
        <p:nvPr/>
      </p:nvGrpSpPr>
      <p:grpSpPr>
        <a:xfrm>
          <a:off x="0" y="0"/>
          <a:ext cx="0" cy="0"/>
          <a:chOff x="0" y="0"/>
          <a:chExt cx="0" cy="0"/>
        </a:xfrm>
      </p:grpSpPr>
      <p:sp>
        <p:nvSpPr>
          <p:cNvPr id="9" name="Google Shape;9;p2"/>
          <p:cNvSpPr/>
          <p:nvPr/>
        </p:nvSpPr>
        <p:spPr>
          <a:xfrm>
            <a:off x="89650" y="91450"/>
            <a:ext cx="8964600" cy="4669800"/>
          </a:xfrm>
          <a:prstGeom prst="roundRect">
            <a:avLst>
              <a:gd name="adj" fmla="val 2863"/>
            </a:avLst>
          </a:pr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 name="Google Shape;10;p2"/>
          <p:cNvSpPr txBox="1">
            <a:spLocks noGrp="1"/>
          </p:cNvSpPr>
          <p:nvPr>
            <p:ph type="title"/>
          </p:nvPr>
        </p:nvSpPr>
        <p:spPr>
          <a:xfrm>
            <a:off x="388400" y="943700"/>
            <a:ext cx="4716300" cy="1720200"/>
          </a:xfrm>
          <a:prstGeom prst="rect">
            <a:avLst/>
          </a:prstGeom>
        </p:spPr>
        <p:txBody>
          <a:bodyPr spcFirstLastPara="1" wrap="square" lIns="0" tIns="0" rIns="0" bIns="0" anchor="t" anchorCtr="0">
            <a:noAutofit/>
          </a:bodyPr>
          <a:lstStyle>
            <a:lvl1pPr lvl="0">
              <a:lnSpc>
                <a:spcPct val="85000"/>
              </a:lnSpc>
              <a:spcBef>
                <a:spcPts val="0"/>
              </a:spcBef>
              <a:spcAft>
                <a:spcPts val="0"/>
              </a:spcAft>
              <a:buClr>
                <a:schemeClr val="lt1"/>
              </a:buClr>
              <a:buSzPts val="4000"/>
              <a:buNone/>
              <a:defRPr sz="4000">
                <a:solidFill>
                  <a:schemeClr val="lt1"/>
                </a:solidFill>
              </a:defRPr>
            </a:lvl1pPr>
            <a:lvl2pPr lvl="1">
              <a:spcBef>
                <a:spcPts val="0"/>
              </a:spcBef>
              <a:spcAft>
                <a:spcPts val="0"/>
              </a:spcAft>
              <a:buSzPts val="5200"/>
              <a:buFont typeface="DM Sans Medium"/>
              <a:buNone/>
              <a:defRPr sz="5200">
                <a:latin typeface="DM Sans Medium"/>
                <a:ea typeface="DM Sans Medium"/>
                <a:cs typeface="DM Sans Medium"/>
                <a:sym typeface="DM Sans Medium"/>
              </a:defRPr>
            </a:lvl2pPr>
            <a:lvl3pPr lvl="2">
              <a:spcBef>
                <a:spcPts val="0"/>
              </a:spcBef>
              <a:spcAft>
                <a:spcPts val="0"/>
              </a:spcAft>
              <a:buSzPts val="5200"/>
              <a:buFont typeface="DM Sans Medium"/>
              <a:buNone/>
              <a:defRPr sz="5200">
                <a:latin typeface="DM Sans Medium"/>
                <a:ea typeface="DM Sans Medium"/>
                <a:cs typeface="DM Sans Medium"/>
                <a:sym typeface="DM Sans Medium"/>
              </a:defRPr>
            </a:lvl3pPr>
            <a:lvl4pPr lvl="3">
              <a:spcBef>
                <a:spcPts val="0"/>
              </a:spcBef>
              <a:spcAft>
                <a:spcPts val="0"/>
              </a:spcAft>
              <a:buSzPts val="5200"/>
              <a:buFont typeface="DM Sans Medium"/>
              <a:buNone/>
              <a:defRPr sz="5200">
                <a:latin typeface="DM Sans Medium"/>
                <a:ea typeface="DM Sans Medium"/>
                <a:cs typeface="DM Sans Medium"/>
                <a:sym typeface="DM Sans Medium"/>
              </a:defRPr>
            </a:lvl4pPr>
            <a:lvl5pPr lvl="4">
              <a:spcBef>
                <a:spcPts val="0"/>
              </a:spcBef>
              <a:spcAft>
                <a:spcPts val="0"/>
              </a:spcAft>
              <a:buSzPts val="5200"/>
              <a:buFont typeface="DM Sans Medium"/>
              <a:buNone/>
              <a:defRPr sz="5200">
                <a:latin typeface="DM Sans Medium"/>
                <a:ea typeface="DM Sans Medium"/>
                <a:cs typeface="DM Sans Medium"/>
                <a:sym typeface="DM Sans Medium"/>
              </a:defRPr>
            </a:lvl5pPr>
            <a:lvl6pPr lvl="5">
              <a:spcBef>
                <a:spcPts val="0"/>
              </a:spcBef>
              <a:spcAft>
                <a:spcPts val="0"/>
              </a:spcAft>
              <a:buSzPts val="5200"/>
              <a:buFont typeface="DM Sans Medium"/>
              <a:buNone/>
              <a:defRPr sz="5200">
                <a:latin typeface="DM Sans Medium"/>
                <a:ea typeface="DM Sans Medium"/>
                <a:cs typeface="DM Sans Medium"/>
                <a:sym typeface="DM Sans Medium"/>
              </a:defRPr>
            </a:lvl6pPr>
            <a:lvl7pPr lvl="6">
              <a:spcBef>
                <a:spcPts val="0"/>
              </a:spcBef>
              <a:spcAft>
                <a:spcPts val="0"/>
              </a:spcAft>
              <a:buSzPts val="5200"/>
              <a:buFont typeface="DM Sans Medium"/>
              <a:buNone/>
              <a:defRPr sz="5200">
                <a:latin typeface="DM Sans Medium"/>
                <a:ea typeface="DM Sans Medium"/>
                <a:cs typeface="DM Sans Medium"/>
                <a:sym typeface="DM Sans Medium"/>
              </a:defRPr>
            </a:lvl7pPr>
            <a:lvl8pPr lvl="7">
              <a:spcBef>
                <a:spcPts val="0"/>
              </a:spcBef>
              <a:spcAft>
                <a:spcPts val="0"/>
              </a:spcAft>
              <a:buSzPts val="5200"/>
              <a:buFont typeface="DM Sans Medium"/>
              <a:buNone/>
              <a:defRPr sz="5200">
                <a:latin typeface="DM Sans Medium"/>
                <a:ea typeface="DM Sans Medium"/>
                <a:cs typeface="DM Sans Medium"/>
                <a:sym typeface="DM Sans Medium"/>
              </a:defRPr>
            </a:lvl8pPr>
            <a:lvl9pPr lvl="8">
              <a:spcBef>
                <a:spcPts val="0"/>
              </a:spcBef>
              <a:spcAft>
                <a:spcPts val="0"/>
              </a:spcAft>
              <a:buSzPts val="5200"/>
              <a:buFont typeface="DM Sans Medium"/>
              <a:buNone/>
              <a:defRPr sz="5200">
                <a:latin typeface="DM Sans Medium"/>
                <a:ea typeface="DM Sans Medium"/>
                <a:cs typeface="DM Sans Medium"/>
                <a:sym typeface="DM Sans Medium"/>
              </a:defRPr>
            </a:lvl9pPr>
          </a:lstStyle>
          <a:p>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Title – Light Teal">
  <p:cSld name="CUSTOM_1_1">
    <p:spTree>
      <p:nvGrpSpPr>
        <p:cNvPr id="1" name="Shape 11"/>
        <p:cNvGrpSpPr/>
        <p:nvPr/>
      </p:nvGrpSpPr>
      <p:grpSpPr>
        <a:xfrm>
          <a:off x="0" y="0"/>
          <a:ext cx="0" cy="0"/>
          <a:chOff x="0" y="0"/>
          <a:chExt cx="0" cy="0"/>
        </a:xfrm>
      </p:grpSpPr>
      <p:sp>
        <p:nvSpPr>
          <p:cNvPr id="12" name="Google Shape;12;p3"/>
          <p:cNvSpPr/>
          <p:nvPr/>
        </p:nvSpPr>
        <p:spPr>
          <a:xfrm>
            <a:off x="89650" y="91450"/>
            <a:ext cx="8964600" cy="4669800"/>
          </a:xfrm>
          <a:prstGeom prst="roundRect">
            <a:avLst>
              <a:gd name="adj" fmla="val 2863"/>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 name="Google Shape;13;p3"/>
          <p:cNvSpPr txBox="1">
            <a:spLocks noGrp="1"/>
          </p:cNvSpPr>
          <p:nvPr>
            <p:ph type="title"/>
          </p:nvPr>
        </p:nvSpPr>
        <p:spPr>
          <a:xfrm>
            <a:off x="388400" y="943700"/>
            <a:ext cx="4716300" cy="1720200"/>
          </a:xfrm>
          <a:prstGeom prst="rect">
            <a:avLst/>
          </a:prstGeom>
        </p:spPr>
        <p:txBody>
          <a:bodyPr spcFirstLastPara="1" wrap="square" lIns="0" tIns="0" rIns="0" bIns="0" anchor="t" anchorCtr="0">
            <a:noAutofit/>
          </a:bodyPr>
          <a:lstStyle>
            <a:lvl1pPr lvl="0" rtl="0">
              <a:lnSpc>
                <a:spcPct val="85000"/>
              </a:lnSpc>
              <a:spcBef>
                <a:spcPts val="0"/>
              </a:spcBef>
              <a:spcAft>
                <a:spcPts val="0"/>
              </a:spcAft>
              <a:buClr>
                <a:srgbClr val="FFFFFF"/>
              </a:buClr>
              <a:buSzPts val="4000"/>
              <a:buNone/>
              <a:defRPr sz="4000">
                <a:solidFill>
                  <a:srgbClr val="FFFFFF"/>
                </a:solidFill>
              </a:defRPr>
            </a:lvl1pPr>
            <a:lvl2pPr lvl="1" rtl="0">
              <a:spcBef>
                <a:spcPts val="0"/>
              </a:spcBef>
              <a:spcAft>
                <a:spcPts val="0"/>
              </a:spcAft>
              <a:buSzPts val="5200"/>
              <a:buFont typeface="DM Sans Medium"/>
              <a:buNone/>
              <a:defRPr sz="5200">
                <a:latin typeface="DM Sans Medium"/>
                <a:ea typeface="DM Sans Medium"/>
                <a:cs typeface="DM Sans Medium"/>
                <a:sym typeface="DM Sans Medium"/>
              </a:defRPr>
            </a:lvl2pPr>
            <a:lvl3pPr lvl="2" rtl="0">
              <a:spcBef>
                <a:spcPts val="0"/>
              </a:spcBef>
              <a:spcAft>
                <a:spcPts val="0"/>
              </a:spcAft>
              <a:buSzPts val="5200"/>
              <a:buFont typeface="DM Sans Medium"/>
              <a:buNone/>
              <a:defRPr sz="5200">
                <a:latin typeface="DM Sans Medium"/>
                <a:ea typeface="DM Sans Medium"/>
                <a:cs typeface="DM Sans Medium"/>
                <a:sym typeface="DM Sans Medium"/>
              </a:defRPr>
            </a:lvl3pPr>
            <a:lvl4pPr lvl="3" rtl="0">
              <a:spcBef>
                <a:spcPts val="0"/>
              </a:spcBef>
              <a:spcAft>
                <a:spcPts val="0"/>
              </a:spcAft>
              <a:buSzPts val="5200"/>
              <a:buFont typeface="DM Sans Medium"/>
              <a:buNone/>
              <a:defRPr sz="5200">
                <a:latin typeface="DM Sans Medium"/>
                <a:ea typeface="DM Sans Medium"/>
                <a:cs typeface="DM Sans Medium"/>
                <a:sym typeface="DM Sans Medium"/>
              </a:defRPr>
            </a:lvl4pPr>
            <a:lvl5pPr lvl="4" rtl="0">
              <a:spcBef>
                <a:spcPts val="0"/>
              </a:spcBef>
              <a:spcAft>
                <a:spcPts val="0"/>
              </a:spcAft>
              <a:buSzPts val="5200"/>
              <a:buFont typeface="DM Sans Medium"/>
              <a:buNone/>
              <a:defRPr sz="5200">
                <a:latin typeface="DM Sans Medium"/>
                <a:ea typeface="DM Sans Medium"/>
                <a:cs typeface="DM Sans Medium"/>
                <a:sym typeface="DM Sans Medium"/>
              </a:defRPr>
            </a:lvl5pPr>
            <a:lvl6pPr lvl="5" rtl="0">
              <a:spcBef>
                <a:spcPts val="0"/>
              </a:spcBef>
              <a:spcAft>
                <a:spcPts val="0"/>
              </a:spcAft>
              <a:buSzPts val="5200"/>
              <a:buFont typeface="DM Sans Medium"/>
              <a:buNone/>
              <a:defRPr sz="5200">
                <a:latin typeface="DM Sans Medium"/>
                <a:ea typeface="DM Sans Medium"/>
                <a:cs typeface="DM Sans Medium"/>
                <a:sym typeface="DM Sans Medium"/>
              </a:defRPr>
            </a:lvl6pPr>
            <a:lvl7pPr lvl="6" rtl="0">
              <a:spcBef>
                <a:spcPts val="0"/>
              </a:spcBef>
              <a:spcAft>
                <a:spcPts val="0"/>
              </a:spcAft>
              <a:buSzPts val="5200"/>
              <a:buFont typeface="DM Sans Medium"/>
              <a:buNone/>
              <a:defRPr sz="5200">
                <a:latin typeface="DM Sans Medium"/>
                <a:ea typeface="DM Sans Medium"/>
                <a:cs typeface="DM Sans Medium"/>
                <a:sym typeface="DM Sans Medium"/>
              </a:defRPr>
            </a:lvl7pPr>
            <a:lvl8pPr lvl="7" rtl="0">
              <a:spcBef>
                <a:spcPts val="0"/>
              </a:spcBef>
              <a:spcAft>
                <a:spcPts val="0"/>
              </a:spcAft>
              <a:buSzPts val="5200"/>
              <a:buFont typeface="DM Sans Medium"/>
              <a:buNone/>
              <a:defRPr sz="5200">
                <a:latin typeface="DM Sans Medium"/>
                <a:ea typeface="DM Sans Medium"/>
                <a:cs typeface="DM Sans Medium"/>
                <a:sym typeface="DM Sans Medium"/>
              </a:defRPr>
            </a:lvl8pPr>
            <a:lvl9pPr lvl="8" rtl="0">
              <a:spcBef>
                <a:spcPts val="0"/>
              </a:spcBef>
              <a:spcAft>
                <a:spcPts val="0"/>
              </a:spcAft>
              <a:buSzPts val="5200"/>
              <a:buFont typeface="DM Sans Medium"/>
              <a:buNone/>
              <a:defRPr sz="5200">
                <a:latin typeface="DM Sans Medium"/>
                <a:ea typeface="DM Sans Medium"/>
                <a:cs typeface="DM Sans Medium"/>
                <a:sym typeface="DM Sans Medium"/>
              </a:defRPr>
            </a:lvl9pPr>
          </a:lstStyle>
          <a:p>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Title – Light Teal 2">
  <p:cSld name="CUSTOM_1_1_2">
    <p:spTree>
      <p:nvGrpSpPr>
        <p:cNvPr id="1" name="Shape 14"/>
        <p:cNvGrpSpPr/>
        <p:nvPr/>
      </p:nvGrpSpPr>
      <p:grpSpPr>
        <a:xfrm>
          <a:off x="0" y="0"/>
          <a:ext cx="0" cy="0"/>
          <a:chOff x="0" y="0"/>
          <a:chExt cx="0" cy="0"/>
        </a:xfrm>
      </p:grpSpPr>
      <p:sp>
        <p:nvSpPr>
          <p:cNvPr id="15" name="Google Shape;15;p4"/>
          <p:cNvSpPr/>
          <p:nvPr/>
        </p:nvSpPr>
        <p:spPr>
          <a:xfrm>
            <a:off x="89650" y="91450"/>
            <a:ext cx="8964600" cy="4669800"/>
          </a:xfrm>
          <a:prstGeom prst="roundRect">
            <a:avLst>
              <a:gd name="adj" fmla="val 2863"/>
            </a:avLst>
          </a:pr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 name="Google Shape;16;p4"/>
          <p:cNvSpPr txBox="1">
            <a:spLocks noGrp="1"/>
          </p:cNvSpPr>
          <p:nvPr>
            <p:ph type="title"/>
          </p:nvPr>
        </p:nvSpPr>
        <p:spPr>
          <a:xfrm>
            <a:off x="388400" y="943700"/>
            <a:ext cx="4716300" cy="1720200"/>
          </a:xfrm>
          <a:prstGeom prst="rect">
            <a:avLst/>
          </a:prstGeom>
        </p:spPr>
        <p:txBody>
          <a:bodyPr spcFirstLastPara="1" wrap="square" lIns="0" tIns="0" rIns="0" bIns="0" anchor="t" anchorCtr="0">
            <a:noAutofit/>
          </a:bodyPr>
          <a:lstStyle>
            <a:lvl1pPr lvl="0">
              <a:lnSpc>
                <a:spcPct val="85000"/>
              </a:lnSpc>
              <a:spcBef>
                <a:spcPts val="0"/>
              </a:spcBef>
              <a:spcAft>
                <a:spcPts val="0"/>
              </a:spcAft>
              <a:buSzPts val="4000"/>
              <a:buNone/>
              <a:defRPr sz="4000"/>
            </a:lvl1pPr>
            <a:lvl2pPr lvl="1">
              <a:spcBef>
                <a:spcPts val="0"/>
              </a:spcBef>
              <a:spcAft>
                <a:spcPts val="0"/>
              </a:spcAft>
              <a:buSzPts val="5200"/>
              <a:buFont typeface="DM Sans Medium"/>
              <a:buNone/>
              <a:defRPr sz="5200">
                <a:latin typeface="DM Sans Medium"/>
                <a:ea typeface="DM Sans Medium"/>
                <a:cs typeface="DM Sans Medium"/>
                <a:sym typeface="DM Sans Medium"/>
              </a:defRPr>
            </a:lvl2pPr>
            <a:lvl3pPr lvl="2">
              <a:spcBef>
                <a:spcPts val="0"/>
              </a:spcBef>
              <a:spcAft>
                <a:spcPts val="0"/>
              </a:spcAft>
              <a:buSzPts val="5200"/>
              <a:buFont typeface="DM Sans Medium"/>
              <a:buNone/>
              <a:defRPr sz="5200">
                <a:latin typeface="DM Sans Medium"/>
                <a:ea typeface="DM Sans Medium"/>
                <a:cs typeface="DM Sans Medium"/>
                <a:sym typeface="DM Sans Medium"/>
              </a:defRPr>
            </a:lvl3pPr>
            <a:lvl4pPr lvl="3">
              <a:spcBef>
                <a:spcPts val="0"/>
              </a:spcBef>
              <a:spcAft>
                <a:spcPts val="0"/>
              </a:spcAft>
              <a:buSzPts val="5200"/>
              <a:buFont typeface="DM Sans Medium"/>
              <a:buNone/>
              <a:defRPr sz="5200">
                <a:latin typeface="DM Sans Medium"/>
                <a:ea typeface="DM Sans Medium"/>
                <a:cs typeface="DM Sans Medium"/>
                <a:sym typeface="DM Sans Medium"/>
              </a:defRPr>
            </a:lvl4pPr>
            <a:lvl5pPr lvl="4">
              <a:spcBef>
                <a:spcPts val="0"/>
              </a:spcBef>
              <a:spcAft>
                <a:spcPts val="0"/>
              </a:spcAft>
              <a:buSzPts val="5200"/>
              <a:buFont typeface="DM Sans Medium"/>
              <a:buNone/>
              <a:defRPr sz="5200">
                <a:latin typeface="DM Sans Medium"/>
                <a:ea typeface="DM Sans Medium"/>
                <a:cs typeface="DM Sans Medium"/>
                <a:sym typeface="DM Sans Medium"/>
              </a:defRPr>
            </a:lvl5pPr>
            <a:lvl6pPr lvl="5">
              <a:spcBef>
                <a:spcPts val="0"/>
              </a:spcBef>
              <a:spcAft>
                <a:spcPts val="0"/>
              </a:spcAft>
              <a:buSzPts val="5200"/>
              <a:buFont typeface="DM Sans Medium"/>
              <a:buNone/>
              <a:defRPr sz="5200">
                <a:latin typeface="DM Sans Medium"/>
                <a:ea typeface="DM Sans Medium"/>
                <a:cs typeface="DM Sans Medium"/>
                <a:sym typeface="DM Sans Medium"/>
              </a:defRPr>
            </a:lvl6pPr>
            <a:lvl7pPr lvl="6">
              <a:spcBef>
                <a:spcPts val="0"/>
              </a:spcBef>
              <a:spcAft>
                <a:spcPts val="0"/>
              </a:spcAft>
              <a:buSzPts val="5200"/>
              <a:buFont typeface="DM Sans Medium"/>
              <a:buNone/>
              <a:defRPr sz="5200">
                <a:latin typeface="DM Sans Medium"/>
                <a:ea typeface="DM Sans Medium"/>
                <a:cs typeface="DM Sans Medium"/>
                <a:sym typeface="DM Sans Medium"/>
              </a:defRPr>
            </a:lvl7pPr>
            <a:lvl8pPr lvl="7">
              <a:spcBef>
                <a:spcPts val="0"/>
              </a:spcBef>
              <a:spcAft>
                <a:spcPts val="0"/>
              </a:spcAft>
              <a:buSzPts val="5200"/>
              <a:buFont typeface="DM Sans Medium"/>
              <a:buNone/>
              <a:defRPr sz="5200">
                <a:latin typeface="DM Sans Medium"/>
                <a:ea typeface="DM Sans Medium"/>
                <a:cs typeface="DM Sans Medium"/>
                <a:sym typeface="DM Sans Medium"/>
              </a:defRPr>
            </a:lvl8pPr>
            <a:lvl9pPr lvl="8">
              <a:spcBef>
                <a:spcPts val="0"/>
              </a:spcBef>
              <a:spcAft>
                <a:spcPts val="0"/>
              </a:spcAft>
              <a:buSzPts val="5200"/>
              <a:buFont typeface="DM Sans Medium"/>
              <a:buNone/>
              <a:defRPr sz="5200">
                <a:latin typeface="DM Sans Medium"/>
                <a:ea typeface="DM Sans Medium"/>
                <a:cs typeface="DM Sans Medium"/>
                <a:sym typeface="DM Sans Medium"/>
              </a:defRPr>
            </a:lvl9pPr>
          </a:lstStyle>
          <a:p>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Section Title – Light Teal 2 1">
  <p:cSld name="CUSTOM_1_1_2_1">
    <p:spTree>
      <p:nvGrpSpPr>
        <p:cNvPr id="1" name="Shape 17"/>
        <p:cNvGrpSpPr/>
        <p:nvPr/>
      </p:nvGrpSpPr>
      <p:grpSpPr>
        <a:xfrm>
          <a:off x="0" y="0"/>
          <a:ext cx="0" cy="0"/>
          <a:chOff x="0" y="0"/>
          <a:chExt cx="0" cy="0"/>
        </a:xfrm>
      </p:grpSpPr>
      <p:sp>
        <p:nvSpPr>
          <p:cNvPr id="18" name="Google Shape;18;p5"/>
          <p:cNvSpPr/>
          <p:nvPr/>
        </p:nvSpPr>
        <p:spPr>
          <a:xfrm>
            <a:off x="89650" y="91450"/>
            <a:ext cx="8964600" cy="4669800"/>
          </a:xfrm>
          <a:prstGeom prst="roundRect">
            <a:avLst>
              <a:gd name="adj" fmla="val 2863"/>
            </a:avLst>
          </a:pr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 name="Google Shape;19;p5"/>
          <p:cNvSpPr txBox="1">
            <a:spLocks noGrp="1"/>
          </p:cNvSpPr>
          <p:nvPr>
            <p:ph type="title"/>
          </p:nvPr>
        </p:nvSpPr>
        <p:spPr>
          <a:xfrm>
            <a:off x="388400" y="943700"/>
            <a:ext cx="4716300" cy="1720200"/>
          </a:xfrm>
          <a:prstGeom prst="rect">
            <a:avLst/>
          </a:prstGeom>
        </p:spPr>
        <p:txBody>
          <a:bodyPr spcFirstLastPara="1" wrap="square" lIns="0" tIns="0" rIns="0" bIns="0" anchor="t" anchorCtr="0">
            <a:noAutofit/>
          </a:bodyPr>
          <a:lstStyle>
            <a:lvl1pPr lvl="0">
              <a:lnSpc>
                <a:spcPct val="85000"/>
              </a:lnSpc>
              <a:spcBef>
                <a:spcPts val="0"/>
              </a:spcBef>
              <a:spcAft>
                <a:spcPts val="0"/>
              </a:spcAft>
              <a:buSzPts val="4000"/>
              <a:buNone/>
              <a:defRPr sz="4000"/>
            </a:lvl1pPr>
            <a:lvl2pPr lvl="1">
              <a:spcBef>
                <a:spcPts val="0"/>
              </a:spcBef>
              <a:spcAft>
                <a:spcPts val="0"/>
              </a:spcAft>
              <a:buSzPts val="5200"/>
              <a:buFont typeface="DM Sans Medium"/>
              <a:buNone/>
              <a:defRPr sz="5200">
                <a:latin typeface="DM Sans Medium"/>
                <a:ea typeface="DM Sans Medium"/>
                <a:cs typeface="DM Sans Medium"/>
                <a:sym typeface="DM Sans Medium"/>
              </a:defRPr>
            </a:lvl2pPr>
            <a:lvl3pPr lvl="2">
              <a:spcBef>
                <a:spcPts val="0"/>
              </a:spcBef>
              <a:spcAft>
                <a:spcPts val="0"/>
              </a:spcAft>
              <a:buSzPts val="5200"/>
              <a:buFont typeface="DM Sans Medium"/>
              <a:buNone/>
              <a:defRPr sz="5200">
                <a:latin typeface="DM Sans Medium"/>
                <a:ea typeface="DM Sans Medium"/>
                <a:cs typeface="DM Sans Medium"/>
                <a:sym typeface="DM Sans Medium"/>
              </a:defRPr>
            </a:lvl3pPr>
            <a:lvl4pPr lvl="3">
              <a:spcBef>
                <a:spcPts val="0"/>
              </a:spcBef>
              <a:spcAft>
                <a:spcPts val="0"/>
              </a:spcAft>
              <a:buSzPts val="5200"/>
              <a:buFont typeface="DM Sans Medium"/>
              <a:buNone/>
              <a:defRPr sz="5200">
                <a:latin typeface="DM Sans Medium"/>
                <a:ea typeface="DM Sans Medium"/>
                <a:cs typeface="DM Sans Medium"/>
                <a:sym typeface="DM Sans Medium"/>
              </a:defRPr>
            </a:lvl4pPr>
            <a:lvl5pPr lvl="4">
              <a:spcBef>
                <a:spcPts val="0"/>
              </a:spcBef>
              <a:spcAft>
                <a:spcPts val="0"/>
              </a:spcAft>
              <a:buSzPts val="5200"/>
              <a:buFont typeface="DM Sans Medium"/>
              <a:buNone/>
              <a:defRPr sz="5200">
                <a:latin typeface="DM Sans Medium"/>
                <a:ea typeface="DM Sans Medium"/>
                <a:cs typeface="DM Sans Medium"/>
                <a:sym typeface="DM Sans Medium"/>
              </a:defRPr>
            </a:lvl5pPr>
            <a:lvl6pPr lvl="5">
              <a:spcBef>
                <a:spcPts val="0"/>
              </a:spcBef>
              <a:spcAft>
                <a:spcPts val="0"/>
              </a:spcAft>
              <a:buSzPts val="5200"/>
              <a:buFont typeface="DM Sans Medium"/>
              <a:buNone/>
              <a:defRPr sz="5200">
                <a:latin typeface="DM Sans Medium"/>
                <a:ea typeface="DM Sans Medium"/>
                <a:cs typeface="DM Sans Medium"/>
                <a:sym typeface="DM Sans Medium"/>
              </a:defRPr>
            </a:lvl6pPr>
            <a:lvl7pPr lvl="6">
              <a:spcBef>
                <a:spcPts val="0"/>
              </a:spcBef>
              <a:spcAft>
                <a:spcPts val="0"/>
              </a:spcAft>
              <a:buSzPts val="5200"/>
              <a:buFont typeface="DM Sans Medium"/>
              <a:buNone/>
              <a:defRPr sz="5200">
                <a:latin typeface="DM Sans Medium"/>
                <a:ea typeface="DM Sans Medium"/>
                <a:cs typeface="DM Sans Medium"/>
                <a:sym typeface="DM Sans Medium"/>
              </a:defRPr>
            </a:lvl7pPr>
            <a:lvl8pPr lvl="7">
              <a:spcBef>
                <a:spcPts val="0"/>
              </a:spcBef>
              <a:spcAft>
                <a:spcPts val="0"/>
              </a:spcAft>
              <a:buSzPts val="5200"/>
              <a:buFont typeface="DM Sans Medium"/>
              <a:buNone/>
              <a:defRPr sz="5200">
                <a:latin typeface="DM Sans Medium"/>
                <a:ea typeface="DM Sans Medium"/>
                <a:cs typeface="DM Sans Medium"/>
                <a:sym typeface="DM Sans Medium"/>
              </a:defRPr>
            </a:lvl8pPr>
            <a:lvl9pPr lvl="8">
              <a:spcBef>
                <a:spcPts val="0"/>
              </a:spcBef>
              <a:spcAft>
                <a:spcPts val="0"/>
              </a:spcAft>
              <a:buSzPts val="5200"/>
              <a:buFont typeface="DM Sans Medium"/>
              <a:buNone/>
              <a:defRPr sz="5200">
                <a:latin typeface="DM Sans Medium"/>
                <a:ea typeface="DM Sans Medium"/>
                <a:cs typeface="DM Sans Medium"/>
                <a:sym typeface="DM Sans Medium"/>
              </a:defRPr>
            </a:lvl9pPr>
          </a:lstStyle>
          <a:p>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Section Title – Light Teal 2 1 1">
  <p:cSld name="CUSTOM_1_1_2_1_1">
    <p:spTree>
      <p:nvGrpSpPr>
        <p:cNvPr id="1" name="Shape 20"/>
        <p:cNvGrpSpPr/>
        <p:nvPr/>
      </p:nvGrpSpPr>
      <p:grpSpPr>
        <a:xfrm>
          <a:off x="0" y="0"/>
          <a:ext cx="0" cy="0"/>
          <a:chOff x="0" y="0"/>
          <a:chExt cx="0" cy="0"/>
        </a:xfrm>
      </p:grpSpPr>
      <p:sp>
        <p:nvSpPr>
          <p:cNvPr id="21" name="Google Shape;21;p6"/>
          <p:cNvSpPr/>
          <p:nvPr/>
        </p:nvSpPr>
        <p:spPr>
          <a:xfrm>
            <a:off x="89650" y="91450"/>
            <a:ext cx="8964600" cy="4669800"/>
          </a:xfrm>
          <a:prstGeom prst="roundRect">
            <a:avLst>
              <a:gd name="adj" fmla="val 2863"/>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 name="Google Shape;22;p6"/>
          <p:cNvSpPr txBox="1">
            <a:spLocks noGrp="1"/>
          </p:cNvSpPr>
          <p:nvPr>
            <p:ph type="title"/>
          </p:nvPr>
        </p:nvSpPr>
        <p:spPr>
          <a:xfrm>
            <a:off x="388400" y="943700"/>
            <a:ext cx="4716300" cy="1720200"/>
          </a:xfrm>
          <a:prstGeom prst="rect">
            <a:avLst/>
          </a:prstGeom>
        </p:spPr>
        <p:txBody>
          <a:bodyPr spcFirstLastPara="1" wrap="square" lIns="0" tIns="0" rIns="0" bIns="0" anchor="t" anchorCtr="0">
            <a:noAutofit/>
          </a:bodyPr>
          <a:lstStyle>
            <a:lvl1pPr lvl="0">
              <a:lnSpc>
                <a:spcPct val="85000"/>
              </a:lnSpc>
              <a:spcBef>
                <a:spcPts val="0"/>
              </a:spcBef>
              <a:spcAft>
                <a:spcPts val="0"/>
              </a:spcAft>
              <a:buClr>
                <a:schemeClr val="lt1"/>
              </a:buClr>
              <a:buSzPts val="4000"/>
              <a:buNone/>
              <a:defRPr sz="4000">
                <a:solidFill>
                  <a:schemeClr val="lt1"/>
                </a:solidFill>
              </a:defRPr>
            </a:lvl1pPr>
            <a:lvl2pPr lvl="1">
              <a:spcBef>
                <a:spcPts val="0"/>
              </a:spcBef>
              <a:spcAft>
                <a:spcPts val="0"/>
              </a:spcAft>
              <a:buSzPts val="5200"/>
              <a:buFont typeface="DM Sans Medium"/>
              <a:buNone/>
              <a:defRPr sz="5200">
                <a:latin typeface="DM Sans Medium"/>
                <a:ea typeface="DM Sans Medium"/>
                <a:cs typeface="DM Sans Medium"/>
                <a:sym typeface="DM Sans Medium"/>
              </a:defRPr>
            </a:lvl2pPr>
            <a:lvl3pPr lvl="2">
              <a:spcBef>
                <a:spcPts val="0"/>
              </a:spcBef>
              <a:spcAft>
                <a:spcPts val="0"/>
              </a:spcAft>
              <a:buSzPts val="5200"/>
              <a:buFont typeface="DM Sans Medium"/>
              <a:buNone/>
              <a:defRPr sz="5200">
                <a:latin typeface="DM Sans Medium"/>
                <a:ea typeface="DM Sans Medium"/>
                <a:cs typeface="DM Sans Medium"/>
                <a:sym typeface="DM Sans Medium"/>
              </a:defRPr>
            </a:lvl3pPr>
            <a:lvl4pPr lvl="3">
              <a:spcBef>
                <a:spcPts val="0"/>
              </a:spcBef>
              <a:spcAft>
                <a:spcPts val="0"/>
              </a:spcAft>
              <a:buSzPts val="5200"/>
              <a:buFont typeface="DM Sans Medium"/>
              <a:buNone/>
              <a:defRPr sz="5200">
                <a:latin typeface="DM Sans Medium"/>
                <a:ea typeface="DM Sans Medium"/>
                <a:cs typeface="DM Sans Medium"/>
                <a:sym typeface="DM Sans Medium"/>
              </a:defRPr>
            </a:lvl4pPr>
            <a:lvl5pPr lvl="4">
              <a:spcBef>
                <a:spcPts val="0"/>
              </a:spcBef>
              <a:spcAft>
                <a:spcPts val="0"/>
              </a:spcAft>
              <a:buSzPts val="5200"/>
              <a:buFont typeface="DM Sans Medium"/>
              <a:buNone/>
              <a:defRPr sz="5200">
                <a:latin typeface="DM Sans Medium"/>
                <a:ea typeface="DM Sans Medium"/>
                <a:cs typeface="DM Sans Medium"/>
                <a:sym typeface="DM Sans Medium"/>
              </a:defRPr>
            </a:lvl5pPr>
            <a:lvl6pPr lvl="5">
              <a:spcBef>
                <a:spcPts val="0"/>
              </a:spcBef>
              <a:spcAft>
                <a:spcPts val="0"/>
              </a:spcAft>
              <a:buSzPts val="5200"/>
              <a:buFont typeface="DM Sans Medium"/>
              <a:buNone/>
              <a:defRPr sz="5200">
                <a:latin typeface="DM Sans Medium"/>
                <a:ea typeface="DM Sans Medium"/>
                <a:cs typeface="DM Sans Medium"/>
                <a:sym typeface="DM Sans Medium"/>
              </a:defRPr>
            </a:lvl6pPr>
            <a:lvl7pPr lvl="6">
              <a:spcBef>
                <a:spcPts val="0"/>
              </a:spcBef>
              <a:spcAft>
                <a:spcPts val="0"/>
              </a:spcAft>
              <a:buSzPts val="5200"/>
              <a:buFont typeface="DM Sans Medium"/>
              <a:buNone/>
              <a:defRPr sz="5200">
                <a:latin typeface="DM Sans Medium"/>
                <a:ea typeface="DM Sans Medium"/>
                <a:cs typeface="DM Sans Medium"/>
                <a:sym typeface="DM Sans Medium"/>
              </a:defRPr>
            </a:lvl7pPr>
            <a:lvl8pPr lvl="7">
              <a:spcBef>
                <a:spcPts val="0"/>
              </a:spcBef>
              <a:spcAft>
                <a:spcPts val="0"/>
              </a:spcAft>
              <a:buSzPts val="5200"/>
              <a:buFont typeface="DM Sans Medium"/>
              <a:buNone/>
              <a:defRPr sz="5200">
                <a:latin typeface="DM Sans Medium"/>
                <a:ea typeface="DM Sans Medium"/>
                <a:cs typeface="DM Sans Medium"/>
                <a:sym typeface="DM Sans Medium"/>
              </a:defRPr>
            </a:lvl8pPr>
            <a:lvl9pPr lvl="8">
              <a:spcBef>
                <a:spcPts val="0"/>
              </a:spcBef>
              <a:spcAft>
                <a:spcPts val="0"/>
              </a:spcAft>
              <a:buSzPts val="5200"/>
              <a:buFont typeface="DM Sans Medium"/>
              <a:buNone/>
              <a:defRPr sz="5200">
                <a:latin typeface="DM Sans Medium"/>
                <a:ea typeface="DM Sans Medium"/>
                <a:cs typeface="DM Sans Medium"/>
                <a:sym typeface="DM Sans Medium"/>
              </a:defRPr>
            </a:lvl9pPr>
          </a:lstStyle>
          <a:p>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Section Title – Light Teal 1">
  <p:cSld name="CUSTOM_1_1_1">
    <p:spTree>
      <p:nvGrpSpPr>
        <p:cNvPr id="1" name="Shape 23"/>
        <p:cNvGrpSpPr/>
        <p:nvPr/>
      </p:nvGrpSpPr>
      <p:grpSpPr>
        <a:xfrm>
          <a:off x="0" y="0"/>
          <a:ext cx="0" cy="0"/>
          <a:chOff x="0" y="0"/>
          <a:chExt cx="0" cy="0"/>
        </a:xfrm>
      </p:grpSpPr>
      <p:sp>
        <p:nvSpPr>
          <p:cNvPr id="24" name="Google Shape;24;p7"/>
          <p:cNvSpPr/>
          <p:nvPr/>
        </p:nvSpPr>
        <p:spPr>
          <a:xfrm>
            <a:off x="89650" y="91450"/>
            <a:ext cx="8964600" cy="4669800"/>
          </a:xfrm>
          <a:prstGeom prst="roundRect">
            <a:avLst>
              <a:gd name="adj" fmla="val 3624"/>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 name="Google Shape;25;p7"/>
          <p:cNvSpPr txBox="1">
            <a:spLocks noGrp="1"/>
          </p:cNvSpPr>
          <p:nvPr>
            <p:ph type="title"/>
          </p:nvPr>
        </p:nvSpPr>
        <p:spPr>
          <a:xfrm>
            <a:off x="388400" y="943700"/>
            <a:ext cx="4716300" cy="1720200"/>
          </a:xfrm>
          <a:prstGeom prst="rect">
            <a:avLst/>
          </a:prstGeom>
        </p:spPr>
        <p:txBody>
          <a:bodyPr spcFirstLastPara="1" wrap="square" lIns="0" tIns="0" rIns="0" bIns="0" anchor="t" anchorCtr="0">
            <a:noAutofit/>
          </a:bodyPr>
          <a:lstStyle>
            <a:lvl1pPr lvl="0" rtl="0">
              <a:lnSpc>
                <a:spcPct val="85000"/>
              </a:lnSpc>
              <a:spcBef>
                <a:spcPts val="0"/>
              </a:spcBef>
              <a:spcAft>
                <a:spcPts val="0"/>
              </a:spcAft>
              <a:buSzPts val="4000"/>
              <a:buNone/>
              <a:defRPr sz="4000"/>
            </a:lvl1pPr>
            <a:lvl2pPr lvl="1" rtl="0">
              <a:spcBef>
                <a:spcPts val="0"/>
              </a:spcBef>
              <a:spcAft>
                <a:spcPts val="0"/>
              </a:spcAft>
              <a:buSzPts val="5200"/>
              <a:buFont typeface="DM Sans Medium"/>
              <a:buNone/>
              <a:defRPr sz="5200">
                <a:latin typeface="DM Sans Medium"/>
                <a:ea typeface="DM Sans Medium"/>
                <a:cs typeface="DM Sans Medium"/>
                <a:sym typeface="DM Sans Medium"/>
              </a:defRPr>
            </a:lvl2pPr>
            <a:lvl3pPr lvl="2" rtl="0">
              <a:spcBef>
                <a:spcPts val="0"/>
              </a:spcBef>
              <a:spcAft>
                <a:spcPts val="0"/>
              </a:spcAft>
              <a:buSzPts val="5200"/>
              <a:buFont typeface="DM Sans Medium"/>
              <a:buNone/>
              <a:defRPr sz="5200">
                <a:latin typeface="DM Sans Medium"/>
                <a:ea typeface="DM Sans Medium"/>
                <a:cs typeface="DM Sans Medium"/>
                <a:sym typeface="DM Sans Medium"/>
              </a:defRPr>
            </a:lvl3pPr>
            <a:lvl4pPr lvl="3" rtl="0">
              <a:spcBef>
                <a:spcPts val="0"/>
              </a:spcBef>
              <a:spcAft>
                <a:spcPts val="0"/>
              </a:spcAft>
              <a:buSzPts val="5200"/>
              <a:buFont typeface="DM Sans Medium"/>
              <a:buNone/>
              <a:defRPr sz="5200">
                <a:latin typeface="DM Sans Medium"/>
                <a:ea typeface="DM Sans Medium"/>
                <a:cs typeface="DM Sans Medium"/>
                <a:sym typeface="DM Sans Medium"/>
              </a:defRPr>
            </a:lvl4pPr>
            <a:lvl5pPr lvl="4" rtl="0">
              <a:spcBef>
                <a:spcPts val="0"/>
              </a:spcBef>
              <a:spcAft>
                <a:spcPts val="0"/>
              </a:spcAft>
              <a:buSzPts val="5200"/>
              <a:buFont typeface="DM Sans Medium"/>
              <a:buNone/>
              <a:defRPr sz="5200">
                <a:latin typeface="DM Sans Medium"/>
                <a:ea typeface="DM Sans Medium"/>
                <a:cs typeface="DM Sans Medium"/>
                <a:sym typeface="DM Sans Medium"/>
              </a:defRPr>
            </a:lvl5pPr>
            <a:lvl6pPr lvl="5" rtl="0">
              <a:spcBef>
                <a:spcPts val="0"/>
              </a:spcBef>
              <a:spcAft>
                <a:spcPts val="0"/>
              </a:spcAft>
              <a:buSzPts val="5200"/>
              <a:buFont typeface="DM Sans Medium"/>
              <a:buNone/>
              <a:defRPr sz="5200">
                <a:latin typeface="DM Sans Medium"/>
                <a:ea typeface="DM Sans Medium"/>
                <a:cs typeface="DM Sans Medium"/>
                <a:sym typeface="DM Sans Medium"/>
              </a:defRPr>
            </a:lvl6pPr>
            <a:lvl7pPr lvl="6" rtl="0">
              <a:spcBef>
                <a:spcPts val="0"/>
              </a:spcBef>
              <a:spcAft>
                <a:spcPts val="0"/>
              </a:spcAft>
              <a:buSzPts val="5200"/>
              <a:buFont typeface="DM Sans Medium"/>
              <a:buNone/>
              <a:defRPr sz="5200">
                <a:latin typeface="DM Sans Medium"/>
                <a:ea typeface="DM Sans Medium"/>
                <a:cs typeface="DM Sans Medium"/>
                <a:sym typeface="DM Sans Medium"/>
              </a:defRPr>
            </a:lvl7pPr>
            <a:lvl8pPr lvl="7" rtl="0">
              <a:spcBef>
                <a:spcPts val="0"/>
              </a:spcBef>
              <a:spcAft>
                <a:spcPts val="0"/>
              </a:spcAft>
              <a:buSzPts val="5200"/>
              <a:buFont typeface="DM Sans Medium"/>
              <a:buNone/>
              <a:defRPr sz="5200">
                <a:latin typeface="DM Sans Medium"/>
                <a:ea typeface="DM Sans Medium"/>
                <a:cs typeface="DM Sans Medium"/>
                <a:sym typeface="DM Sans Medium"/>
              </a:defRPr>
            </a:lvl8pPr>
            <a:lvl9pPr lvl="8" rtl="0">
              <a:spcBef>
                <a:spcPts val="0"/>
              </a:spcBef>
              <a:spcAft>
                <a:spcPts val="0"/>
              </a:spcAft>
              <a:buSzPts val="5200"/>
              <a:buFont typeface="DM Sans Medium"/>
              <a:buNone/>
              <a:defRPr sz="5200">
                <a:latin typeface="DM Sans Medium"/>
                <a:ea typeface="DM Sans Medium"/>
                <a:cs typeface="DM Sans Medium"/>
                <a:sym typeface="DM Sans Medium"/>
              </a:defRPr>
            </a:lvl9pPr>
          </a:lstStyle>
          <a:p>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Title Slide">
  <p:cSld name="CUSTOM_2">
    <p:spTree>
      <p:nvGrpSpPr>
        <p:cNvPr id="1" name="Shape 26"/>
        <p:cNvGrpSpPr/>
        <p:nvPr/>
      </p:nvGrpSpPr>
      <p:grpSpPr>
        <a:xfrm>
          <a:off x="0" y="0"/>
          <a:ext cx="0" cy="0"/>
          <a:chOff x="0" y="0"/>
          <a:chExt cx="0" cy="0"/>
        </a:xfrm>
      </p:grpSpPr>
      <p:sp>
        <p:nvSpPr>
          <p:cNvPr id="27" name="Google Shape;27;p8"/>
          <p:cNvSpPr txBox="1">
            <a:spLocks noGrp="1"/>
          </p:cNvSpPr>
          <p:nvPr>
            <p:ph type="title"/>
          </p:nvPr>
        </p:nvSpPr>
        <p:spPr>
          <a:xfrm>
            <a:off x="388400" y="943700"/>
            <a:ext cx="3438900" cy="2607000"/>
          </a:xfrm>
          <a:prstGeom prst="rect">
            <a:avLst/>
          </a:prstGeom>
        </p:spPr>
        <p:txBody>
          <a:bodyPr spcFirstLastPara="1" wrap="square" lIns="0" tIns="0" rIns="0" bIns="0" anchor="t" anchorCtr="0">
            <a:noAutofit/>
          </a:bodyPr>
          <a:lstStyle>
            <a:lvl1pPr lvl="0">
              <a:lnSpc>
                <a:spcPct val="85000"/>
              </a:lnSpc>
              <a:spcBef>
                <a:spcPts val="0"/>
              </a:spcBef>
              <a:spcAft>
                <a:spcPts val="0"/>
              </a:spcAft>
              <a:buSzPts val="4000"/>
              <a:buNone/>
              <a:defRPr sz="4000"/>
            </a:lvl1pPr>
            <a:lvl2pPr lvl="1">
              <a:lnSpc>
                <a:spcPct val="85000"/>
              </a:lnSpc>
              <a:spcBef>
                <a:spcPts val="0"/>
              </a:spcBef>
              <a:spcAft>
                <a:spcPts val="0"/>
              </a:spcAft>
              <a:buSzPts val="4800"/>
              <a:buNone/>
              <a:defRPr sz="4800">
                <a:latin typeface="DM Sans"/>
                <a:ea typeface="DM Sans"/>
                <a:cs typeface="DM Sans"/>
                <a:sym typeface="DM Sans"/>
              </a:defRPr>
            </a:lvl2pPr>
            <a:lvl3pPr lvl="2">
              <a:lnSpc>
                <a:spcPct val="85000"/>
              </a:lnSpc>
              <a:spcBef>
                <a:spcPts val="0"/>
              </a:spcBef>
              <a:spcAft>
                <a:spcPts val="0"/>
              </a:spcAft>
              <a:buSzPts val="4800"/>
              <a:buNone/>
              <a:defRPr sz="4800">
                <a:latin typeface="DM Sans"/>
                <a:ea typeface="DM Sans"/>
                <a:cs typeface="DM Sans"/>
                <a:sym typeface="DM Sans"/>
              </a:defRPr>
            </a:lvl3pPr>
            <a:lvl4pPr lvl="3">
              <a:lnSpc>
                <a:spcPct val="85000"/>
              </a:lnSpc>
              <a:spcBef>
                <a:spcPts val="0"/>
              </a:spcBef>
              <a:spcAft>
                <a:spcPts val="0"/>
              </a:spcAft>
              <a:buSzPts val="4800"/>
              <a:buNone/>
              <a:defRPr sz="4800">
                <a:latin typeface="DM Sans"/>
                <a:ea typeface="DM Sans"/>
                <a:cs typeface="DM Sans"/>
                <a:sym typeface="DM Sans"/>
              </a:defRPr>
            </a:lvl4pPr>
            <a:lvl5pPr lvl="4">
              <a:lnSpc>
                <a:spcPct val="85000"/>
              </a:lnSpc>
              <a:spcBef>
                <a:spcPts val="0"/>
              </a:spcBef>
              <a:spcAft>
                <a:spcPts val="0"/>
              </a:spcAft>
              <a:buSzPts val="4800"/>
              <a:buNone/>
              <a:defRPr sz="4800">
                <a:latin typeface="DM Sans"/>
                <a:ea typeface="DM Sans"/>
                <a:cs typeface="DM Sans"/>
                <a:sym typeface="DM Sans"/>
              </a:defRPr>
            </a:lvl5pPr>
            <a:lvl6pPr lvl="5">
              <a:lnSpc>
                <a:spcPct val="85000"/>
              </a:lnSpc>
              <a:spcBef>
                <a:spcPts val="0"/>
              </a:spcBef>
              <a:spcAft>
                <a:spcPts val="0"/>
              </a:spcAft>
              <a:buSzPts val="4800"/>
              <a:buNone/>
              <a:defRPr sz="4800">
                <a:latin typeface="DM Sans"/>
                <a:ea typeface="DM Sans"/>
                <a:cs typeface="DM Sans"/>
                <a:sym typeface="DM Sans"/>
              </a:defRPr>
            </a:lvl6pPr>
            <a:lvl7pPr lvl="6">
              <a:lnSpc>
                <a:spcPct val="85000"/>
              </a:lnSpc>
              <a:spcBef>
                <a:spcPts val="0"/>
              </a:spcBef>
              <a:spcAft>
                <a:spcPts val="0"/>
              </a:spcAft>
              <a:buSzPts val="4800"/>
              <a:buNone/>
              <a:defRPr sz="4800">
                <a:latin typeface="DM Sans"/>
                <a:ea typeface="DM Sans"/>
                <a:cs typeface="DM Sans"/>
                <a:sym typeface="DM Sans"/>
              </a:defRPr>
            </a:lvl7pPr>
            <a:lvl8pPr lvl="7">
              <a:lnSpc>
                <a:spcPct val="85000"/>
              </a:lnSpc>
              <a:spcBef>
                <a:spcPts val="0"/>
              </a:spcBef>
              <a:spcAft>
                <a:spcPts val="0"/>
              </a:spcAft>
              <a:buSzPts val="4800"/>
              <a:buNone/>
              <a:defRPr sz="4800">
                <a:latin typeface="DM Sans"/>
                <a:ea typeface="DM Sans"/>
                <a:cs typeface="DM Sans"/>
                <a:sym typeface="DM Sans"/>
              </a:defRPr>
            </a:lvl8pPr>
            <a:lvl9pPr lvl="8">
              <a:lnSpc>
                <a:spcPct val="85000"/>
              </a:lnSpc>
              <a:spcBef>
                <a:spcPts val="0"/>
              </a:spcBef>
              <a:spcAft>
                <a:spcPts val="0"/>
              </a:spcAft>
              <a:buSzPts val="4800"/>
              <a:buNone/>
              <a:defRPr sz="4800">
                <a:latin typeface="DM Sans"/>
                <a:ea typeface="DM Sans"/>
                <a:cs typeface="DM Sans"/>
                <a:sym typeface="DM Sans"/>
              </a:defRPr>
            </a:lvl9pPr>
          </a:lstStyle>
          <a:p>
            <a:endParaRPr/>
          </a:p>
        </p:txBody>
      </p:sp>
      <p:sp>
        <p:nvSpPr>
          <p:cNvPr id="28" name="Google Shape;28;p8"/>
          <p:cNvSpPr/>
          <p:nvPr/>
        </p:nvSpPr>
        <p:spPr>
          <a:xfrm>
            <a:off x="4482500" y="-15950"/>
            <a:ext cx="4669500" cy="5159400"/>
          </a:xfrm>
          <a:prstGeom prst="rect">
            <a:avLst/>
          </a:pr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Agenda – Dark Green">
  <p:cSld name="CUSTOM_2_1">
    <p:spTree>
      <p:nvGrpSpPr>
        <p:cNvPr id="1" name="Shape 29"/>
        <p:cNvGrpSpPr/>
        <p:nvPr/>
      </p:nvGrpSpPr>
      <p:grpSpPr>
        <a:xfrm>
          <a:off x="0" y="0"/>
          <a:ext cx="0" cy="0"/>
          <a:chOff x="0" y="0"/>
          <a:chExt cx="0" cy="0"/>
        </a:xfrm>
      </p:grpSpPr>
      <p:sp>
        <p:nvSpPr>
          <p:cNvPr id="30" name="Google Shape;30;p9"/>
          <p:cNvSpPr txBox="1">
            <a:spLocks noGrp="1"/>
          </p:cNvSpPr>
          <p:nvPr>
            <p:ph type="title"/>
          </p:nvPr>
        </p:nvSpPr>
        <p:spPr>
          <a:xfrm>
            <a:off x="388400" y="382350"/>
            <a:ext cx="1967400" cy="2103000"/>
          </a:xfrm>
          <a:prstGeom prst="rect">
            <a:avLst/>
          </a:prstGeom>
        </p:spPr>
        <p:txBody>
          <a:bodyPr spcFirstLastPara="1" wrap="square" lIns="0" tIns="0" rIns="0" bIns="0" anchor="t" anchorCtr="0">
            <a:noAutofit/>
          </a:bodyPr>
          <a:lstStyle>
            <a:lvl1pPr lvl="0" rtl="0">
              <a:spcBef>
                <a:spcPts val="0"/>
              </a:spcBef>
              <a:spcAft>
                <a:spcPts val="0"/>
              </a:spcAft>
              <a:buSzPts val="1800"/>
              <a:buNone/>
              <a:defRPr sz="1800"/>
            </a:lvl1pPr>
            <a:lvl2pPr lvl="1" rtl="0">
              <a:spcBef>
                <a:spcPts val="0"/>
              </a:spcBef>
              <a:spcAft>
                <a:spcPts val="0"/>
              </a:spcAft>
              <a:buSzPts val="4800"/>
              <a:buNone/>
              <a:defRPr sz="4800">
                <a:latin typeface="DM Sans"/>
                <a:ea typeface="DM Sans"/>
                <a:cs typeface="DM Sans"/>
                <a:sym typeface="DM Sans"/>
              </a:defRPr>
            </a:lvl2pPr>
            <a:lvl3pPr lvl="2" rtl="0">
              <a:spcBef>
                <a:spcPts val="0"/>
              </a:spcBef>
              <a:spcAft>
                <a:spcPts val="0"/>
              </a:spcAft>
              <a:buSzPts val="4800"/>
              <a:buNone/>
              <a:defRPr sz="4800">
                <a:latin typeface="DM Sans"/>
                <a:ea typeface="DM Sans"/>
                <a:cs typeface="DM Sans"/>
                <a:sym typeface="DM Sans"/>
              </a:defRPr>
            </a:lvl3pPr>
            <a:lvl4pPr lvl="3" rtl="0">
              <a:spcBef>
                <a:spcPts val="0"/>
              </a:spcBef>
              <a:spcAft>
                <a:spcPts val="0"/>
              </a:spcAft>
              <a:buSzPts val="4800"/>
              <a:buNone/>
              <a:defRPr sz="4800">
                <a:latin typeface="DM Sans"/>
                <a:ea typeface="DM Sans"/>
                <a:cs typeface="DM Sans"/>
                <a:sym typeface="DM Sans"/>
              </a:defRPr>
            </a:lvl4pPr>
            <a:lvl5pPr lvl="4" rtl="0">
              <a:spcBef>
                <a:spcPts val="0"/>
              </a:spcBef>
              <a:spcAft>
                <a:spcPts val="0"/>
              </a:spcAft>
              <a:buSzPts val="4800"/>
              <a:buNone/>
              <a:defRPr sz="4800">
                <a:latin typeface="DM Sans"/>
                <a:ea typeface="DM Sans"/>
                <a:cs typeface="DM Sans"/>
                <a:sym typeface="DM Sans"/>
              </a:defRPr>
            </a:lvl5pPr>
            <a:lvl6pPr lvl="5" rtl="0">
              <a:spcBef>
                <a:spcPts val="0"/>
              </a:spcBef>
              <a:spcAft>
                <a:spcPts val="0"/>
              </a:spcAft>
              <a:buSzPts val="4800"/>
              <a:buNone/>
              <a:defRPr sz="4800">
                <a:latin typeface="DM Sans"/>
                <a:ea typeface="DM Sans"/>
                <a:cs typeface="DM Sans"/>
                <a:sym typeface="DM Sans"/>
              </a:defRPr>
            </a:lvl6pPr>
            <a:lvl7pPr lvl="6" rtl="0">
              <a:spcBef>
                <a:spcPts val="0"/>
              </a:spcBef>
              <a:spcAft>
                <a:spcPts val="0"/>
              </a:spcAft>
              <a:buSzPts val="4800"/>
              <a:buNone/>
              <a:defRPr sz="4800">
                <a:latin typeface="DM Sans"/>
                <a:ea typeface="DM Sans"/>
                <a:cs typeface="DM Sans"/>
                <a:sym typeface="DM Sans"/>
              </a:defRPr>
            </a:lvl7pPr>
            <a:lvl8pPr lvl="7" rtl="0">
              <a:spcBef>
                <a:spcPts val="0"/>
              </a:spcBef>
              <a:spcAft>
                <a:spcPts val="0"/>
              </a:spcAft>
              <a:buSzPts val="4800"/>
              <a:buNone/>
              <a:defRPr sz="4800">
                <a:latin typeface="DM Sans"/>
                <a:ea typeface="DM Sans"/>
                <a:cs typeface="DM Sans"/>
                <a:sym typeface="DM Sans"/>
              </a:defRPr>
            </a:lvl8pPr>
            <a:lvl9pPr lvl="8" rtl="0">
              <a:spcBef>
                <a:spcPts val="0"/>
              </a:spcBef>
              <a:spcAft>
                <a:spcPts val="0"/>
              </a:spcAft>
              <a:buSzPts val="4800"/>
              <a:buNone/>
              <a:defRPr sz="4800">
                <a:latin typeface="DM Sans"/>
                <a:ea typeface="DM Sans"/>
                <a:cs typeface="DM Sans"/>
                <a:sym typeface="DM Sans"/>
              </a:defRPr>
            </a:lvl9pPr>
          </a:lstStyle>
          <a:p>
            <a:endParaRPr/>
          </a:p>
        </p:txBody>
      </p:sp>
      <p:sp>
        <p:nvSpPr>
          <p:cNvPr id="31" name="Google Shape;31;p9"/>
          <p:cNvSpPr/>
          <p:nvPr/>
        </p:nvSpPr>
        <p:spPr>
          <a:xfrm>
            <a:off x="4482500" y="-15950"/>
            <a:ext cx="4669500" cy="5159400"/>
          </a:xfrm>
          <a:prstGeom prst="rect">
            <a:avLst/>
          </a:pr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Agenda – Dark Purple">
  <p:cSld name="CUSTOM_2_1_1">
    <p:spTree>
      <p:nvGrpSpPr>
        <p:cNvPr id="1" name="Shape 32"/>
        <p:cNvGrpSpPr/>
        <p:nvPr/>
      </p:nvGrpSpPr>
      <p:grpSpPr>
        <a:xfrm>
          <a:off x="0" y="0"/>
          <a:ext cx="0" cy="0"/>
          <a:chOff x="0" y="0"/>
          <a:chExt cx="0" cy="0"/>
        </a:xfrm>
      </p:grpSpPr>
      <p:sp>
        <p:nvSpPr>
          <p:cNvPr id="33" name="Google Shape;33;p10"/>
          <p:cNvSpPr txBox="1">
            <a:spLocks noGrp="1"/>
          </p:cNvSpPr>
          <p:nvPr>
            <p:ph type="title"/>
          </p:nvPr>
        </p:nvSpPr>
        <p:spPr>
          <a:xfrm>
            <a:off x="388400" y="382350"/>
            <a:ext cx="1967400" cy="2103000"/>
          </a:xfrm>
          <a:prstGeom prst="rect">
            <a:avLst/>
          </a:prstGeom>
        </p:spPr>
        <p:txBody>
          <a:bodyPr spcFirstLastPara="1" wrap="square" lIns="0" tIns="0" rIns="0" bIns="0" anchor="t" anchorCtr="0">
            <a:noAutofit/>
          </a:bodyPr>
          <a:lstStyle>
            <a:lvl1pPr lvl="0" rtl="0">
              <a:spcBef>
                <a:spcPts val="0"/>
              </a:spcBef>
              <a:spcAft>
                <a:spcPts val="0"/>
              </a:spcAft>
              <a:buSzPts val="1800"/>
              <a:buNone/>
              <a:defRPr sz="1800"/>
            </a:lvl1pPr>
            <a:lvl2pPr lvl="1" rtl="0">
              <a:spcBef>
                <a:spcPts val="0"/>
              </a:spcBef>
              <a:spcAft>
                <a:spcPts val="0"/>
              </a:spcAft>
              <a:buSzPts val="4800"/>
              <a:buNone/>
              <a:defRPr sz="4800">
                <a:latin typeface="DM Sans"/>
                <a:ea typeface="DM Sans"/>
                <a:cs typeface="DM Sans"/>
                <a:sym typeface="DM Sans"/>
              </a:defRPr>
            </a:lvl2pPr>
            <a:lvl3pPr lvl="2" rtl="0">
              <a:spcBef>
                <a:spcPts val="0"/>
              </a:spcBef>
              <a:spcAft>
                <a:spcPts val="0"/>
              </a:spcAft>
              <a:buSzPts val="4800"/>
              <a:buNone/>
              <a:defRPr sz="4800">
                <a:latin typeface="DM Sans"/>
                <a:ea typeface="DM Sans"/>
                <a:cs typeface="DM Sans"/>
                <a:sym typeface="DM Sans"/>
              </a:defRPr>
            </a:lvl3pPr>
            <a:lvl4pPr lvl="3" rtl="0">
              <a:spcBef>
                <a:spcPts val="0"/>
              </a:spcBef>
              <a:spcAft>
                <a:spcPts val="0"/>
              </a:spcAft>
              <a:buSzPts val="4800"/>
              <a:buNone/>
              <a:defRPr sz="4800">
                <a:latin typeface="DM Sans"/>
                <a:ea typeface="DM Sans"/>
                <a:cs typeface="DM Sans"/>
                <a:sym typeface="DM Sans"/>
              </a:defRPr>
            </a:lvl4pPr>
            <a:lvl5pPr lvl="4" rtl="0">
              <a:spcBef>
                <a:spcPts val="0"/>
              </a:spcBef>
              <a:spcAft>
                <a:spcPts val="0"/>
              </a:spcAft>
              <a:buSzPts val="4800"/>
              <a:buNone/>
              <a:defRPr sz="4800">
                <a:latin typeface="DM Sans"/>
                <a:ea typeface="DM Sans"/>
                <a:cs typeface="DM Sans"/>
                <a:sym typeface="DM Sans"/>
              </a:defRPr>
            </a:lvl5pPr>
            <a:lvl6pPr lvl="5" rtl="0">
              <a:spcBef>
                <a:spcPts val="0"/>
              </a:spcBef>
              <a:spcAft>
                <a:spcPts val="0"/>
              </a:spcAft>
              <a:buSzPts val="4800"/>
              <a:buNone/>
              <a:defRPr sz="4800">
                <a:latin typeface="DM Sans"/>
                <a:ea typeface="DM Sans"/>
                <a:cs typeface="DM Sans"/>
                <a:sym typeface="DM Sans"/>
              </a:defRPr>
            </a:lvl6pPr>
            <a:lvl7pPr lvl="6" rtl="0">
              <a:spcBef>
                <a:spcPts val="0"/>
              </a:spcBef>
              <a:spcAft>
                <a:spcPts val="0"/>
              </a:spcAft>
              <a:buSzPts val="4800"/>
              <a:buNone/>
              <a:defRPr sz="4800">
                <a:latin typeface="DM Sans"/>
                <a:ea typeface="DM Sans"/>
                <a:cs typeface="DM Sans"/>
                <a:sym typeface="DM Sans"/>
              </a:defRPr>
            </a:lvl7pPr>
            <a:lvl8pPr lvl="7" rtl="0">
              <a:spcBef>
                <a:spcPts val="0"/>
              </a:spcBef>
              <a:spcAft>
                <a:spcPts val="0"/>
              </a:spcAft>
              <a:buSzPts val="4800"/>
              <a:buNone/>
              <a:defRPr sz="4800">
                <a:latin typeface="DM Sans"/>
                <a:ea typeface="DM Sans"/>
                <a:cs typeface="DM Sans"/>
                <a:sym typeface="DM Sans"/>
              </a:defRPr>
            </a:lvl8pPr>
            <a:lvl9pPr lvl="8" rtl="0">
              <a:spcBef>
                <a:spcPts val="0"/>
              </a:spcBef>
              <a:spcAft>
                <a:spcPts val="0"/>
              </a:spcAft>
              <a:buSzPts val="4800"/>
              <a:buNone/>
              <a:defRPr sz="4800">
                <a:latin typeface="DM Sans"/>
                <a:ea typeface="DM Sans"/>
                <a:cs typeface="DM Sans"/>
                <a:sym typeface="DM Sans"/>
              </a:defRPr>
            </a:lvl9pPr>
          </a:lstStyle>
          <a:p>
            <a:endParaRPr/>
          </a:p>
        </p:txBody>
      </p:sp>
      <p:sp>
        <p:nvSpPr>
          <p:cNvPr id="34" name="Google Shape;34;p10"/>
          <p:cNvSpPr/>
          <p:nvPr/>
        </p:nvSpPr>
        <p:spPr>
          <a:xfrm>
            <a:off x="4482500" y="-15950"/>
            <a:ext cx="4669500" cy="5159400"/>
          </a:xfrm>
          <a:prstGeom prst="rect">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lank with Simple Header with Bar – Dark Green">
  <p:cSld name="CUSTOM_3_1_2">
    <p:spTree>
      <p:nvGrpSpPr>
        <p:cNvPr id="1" name="Shape 38"/>
        <p:cNvGrpSpPr/>
        <p:nvPr/>
      </p:nvGrpSpPr>
      <p:grpSpPr>
        <a:xfrm>
          <a:off x="0" y="0"/>
          <a:ext cx="0" cy="0"/>
          <a:chOff x="0" y="0"/>
          <a:chExt cx="0" cy="0"/>
        </a:xfrm>
      </p:grpSpPr>
      <p:sp>
        <p:nvSpPr>
          <p:cNvPr id="39" name="Google Shape;39;p12"/>
          <p:cNvSpPr txBox="1">
            <a:spLocks noGrp="1"/>
          </p:cNvSpPr>
          <p:nvPr>
            <p:ph type="title"/>
          </p:nvPr>
        </p:nvSpPr>
        <p:spPr>
          <a:xfrm>
            <a:off x="388400" y="382350"/>
            <a:ext cx="4094100" cy="359700"/>
          </a:xfrm>
          <a:prstGeom prst="rect">
            <a:avLst/>
          </a:prstGeom>
        </p:spPr>
        <p:txBody>
          <a:bodyPr spcFirstLastPara="1" wrap="square" lIns="0" tIns="0" rIns="0" bIns="0" anchor="t" anchorCtr="0">
            <a:noAutofit/>
          </a:bodyPr>
          <a:lstStyle>
            <a:lvl1pPr lvl="0" rtl="0">
              <a:spcBef>
                <a:spcPts val="0"/>
              </a:spcBef>
              <a:spcAft>
                <a:spcPts val="0"/>
              </a:spcAft>
              <a:buSzPts val="1800"/>
              <a:buNone/>
              <a:defRPr sz="1800"/>
            </a:lvl1pPr>
            <a:lvl2pPr lvl="1" rtl="0">
              <a:spcBef>
                <a:spcPts val="0"/>
              </a:spcBef>
              <a:spcAft>
                <a:spcPts val="0"/>
              </a:spcAft>
              <a:buSzPts val="1400"/>
              <a:buNone/>
              <a:defRPr sz="1400">
                <a:latin typeface="DM Sans"/>
                <a:ea typeface="DM Sans"/>
                <a:cs typeface="DM Sans"/>
                <a:sym typeface="DM Sans"/>
              </a:defRPr>
            </a:lvl2pPr>
            <a:lvl3pPr lvl="2" rtl="0">
              <a:spcBef>
                <a:spcPts val="0"/>
              </a:spcBef>
              <a:spcAft>
                <a:spcPts val="0"/>
              </a:spcAft>
              <a:buSzPts val="1400"/>
              <a:buNone/>
              <a:defRPr sz="1400">
                <a:latin typeface="DM Sans"/>
                <a:ea typeface="DM Sans"/>
                <a:cs typeface="DM Sans"/>
                <a:sym typeface="DM Sans"/>
              </a:defRPr>
            </a:lvl3pPr>
            <a:lvl4pPr lvl="3" rtl="0">
              <a:spcBef>
                <a:spcPts val="0"/>
              </a:spcBef>
              <a:spcAft>
                <a:spcPts val="0"/>
              </a:spcAft>
              <a:buSzPts val="1400"/>
              <a:buNone/>
              <a:defRPr sz="1400">
                <a:latin typeface="DM Sans"/>
                <a:ea typeface="DM Sans"/>
                <a:cs typeface="DM Sans"/>
                <a:sym typeface="DM Sans"/>
              </a:defRPr>
            </a:lvl4pPr>
            <a:lvl5pPr lvl="4" rtl="0">
              <a:spcBef>
                <a:spcPts val="0"/>
              </a:spcBef>
              <a:spcAft>
                <a:spcPts val="0"/>
              </a:spcAft>
              <a:buSzPts val="1400"/>
              <a:buNone/>
              <a:defRPr sz="1400">
                <a:latin typeface="DM Sans"/>
                <a:ea typeface="DM Sans"/>
                <a:cs typeface="DM Sans"/>
                <a:sym typeface="DM Sans"/>
              </a:defRPr>
            </a:lvl5pPr>
            <a:lvl6pPr lvl="5" rtl="0">
              <a:spcBef>
                <a:spcPts val="0"/>
              </a:spcBef>
              <a:spcAft>
                <a:spcPts val="0"/>
              </a:spcAft>
              <a:buSzPts val="1400"/>
              <a:buNone/>
              <a:defRPr sz="1400">
                <a:latin typeface="DM Sans"/>
                <a:ea typeface="DM Sans"/>
                <a:cs typeface="DM Sans"/>
                <a:sym typeface="DM Sans"/>
              </a:defRPr>
            </a:lvl6pPr>
            <a:lvl7pPr lvl="6" rtl="0">
              <a:spcBef>
                <a:spcPts val="0"/>
              </a:spcBef>
              <a:spcAft>
                <a:spcPts val="0"/>
              </a:spcAft>
              <a:buSzPts val="1400"/>
              <a:buNone/>
              <a:defRPr sz="1400">
                <a:latin typeface="DM Sans"/>
                <a:ea typeface="DM Sans"/>
                <a:cs typeface="DM Sans"/>
                <a:sym typeface="DM Sans"/>
              </a:defRPr>
            </a:lvl7pPr>
            <a:lvl8pPr lvl="7" rtl="0">
              <a:spcBef>
                <a:spcPts val="0"/>
              </a:spcBef>
              <a:spcAft>
                <a:spcPts val="0"/>
              </a:spcAft>
              <a:buSzPts val="1400"/>
              <a:buNone/>
              <a:defRPr sz="1400">
                <a:latin typeface="DM Sans"/>
                <a:ea typeface="DM Sans"/>
                <a:cs typeface="DM Sans"/>
                <a:sym typeface="DM Sans"/>
              </a:defRPr>
            </a:lvl8pPr>
            <a:lvl9pPr lvl="8" rtl="0">
              <a:spcBef>
                <a:spcPts val="0"/>
              </a:spcBef>
              <a:spcAft>
                <a:spcPts val="0"/>
              </a:spcAft>
              <a:buSzPts val="1400"/>
              <a:buNone/>
              <a:defRPr sz="1400">
                <a:latin typeface="DM Sans"/>
                <a:ea typeface="DM Sans"/>
                <a:cs typeface="DM Sans"/>
                <a:sym typeface="DM Sans"/>
              </a:defRPr>
            </a:lvl9pPr>
          </a:lstStyle>
          <a:p>
            <a:endParaRPr/>
          </a:p>
        </p:txBody>
      </p:sp>
      <p:sp>
        <p:nvSpPr>
          <p:cNvPr id="40" name="Google Shape;40;p12"/>
          <p:cNvSpPr txBox="1">
            <a:spLocks noGrp="1"/>
          </p:cNvSpPr>
          <p:nvPr>
            <p:ph type="body" idx="1"/>
          </p:nvPr>
        </p:nvSpPr>
        <p:spPr>
          <a:xfrm>
            <a:off x="388400" y="943700"/>
            <a:ext cx="1967700" cy="1234800"/>
          </a:xfrm>
          <a:prstGeom prst="rect">
            <a:avLst/>
          </a:prstGeom>
        </p:spPr>
        <p:txBody>
          <a:bodyPr spcFirstLastPara="1" wrap="square" lIns="0" tIns="0" rIns="0" bIns="0" anchor="t" anchorCtr="0">
            <a:noAutofit/>
          </a:bodyPr>
          <a:lstStyle>
            <a:lvl1pPr marL="457200" lvl="0" indent="-279400" rtl="0">
              <a:lnSpc>
                <a:spcPct val="115000"/>
              </a:lnSpc>
              <a:spcBef>
                <a:spcPts val="0"/>
              </a:spcBef>
              <a:spcAft>
                <a:spcPts val="0"/>
              </a:spcAft>
              <a:buSzPts val="800"/>
              <a:buChar char="●"/>
              <a:defRPr sz="800"/>
            </a:lvl1pPr>
            <a:lvl2pPr marL="914400" lvl="1" indent="-279400" rtl="0">
              <a:lnSpc>
                <a:spcPct val="115000"/>
              </a:lnSpc>
              <a:spcBef>
                <a:spcPts val="1600"/>
              </a:spcBef>
              <a:spcAft>
                <a:spcPts val="0"/>
              </a:spcAft>
              <a:buSzPts val="800"/>
              <a:buChar char="○"/>
              <a:defRPr sz="800"/>
            </a:lvl2pPr>
            <a:lvl3pPr marL="1371600" lvl="2" indent="-279400" rtl="0">
              <a:lnSpc>
                <a:spcPct val="115000"/>
              </a:lnSpc>
              <a:spcBef>
                <a:spcPts val="1600"/>
              </a:spcBef>
              <a:spcAft>
                <a:spcPts val="0"/>
              </a:spcAft>
              <a:buSzPts val="800"/>
              <a:buChar char="■"/>
              <a:defRPr sz="800"/>
            </a:lvl3pPr>
            <a:lvl4pPr marL="1828800" lvl="3" indent="-279400" rtl="0">
              <a:lnSpc>
                <a:spcPct val="115000"/>
              </a:lnSpc>
              <a:spcBef>
                <a:spcPts val="1600"/>
              </a:spcBef>
              <a:spcAft>
                <a:spcPts val="0"/>
              </a:spcAft>
              <a:buSzPts val="800"/>
              <a:buChar char="●"/>
              <a:defRPr sz="800"/>
            </a:lvl4pPr>
            <a:lvl5pPr marL="2286000" lvl="4" indent="-279400" rtl="0">
              <a:lnSpc>
                <a:spcPct val="115000"/>
              </a:lnSpc>
              <a:spcBef>
                <a:spcPts val="1600"/>
              </a:spcBef>
              <a:spcAft>
                <a:spcPts val="0"/>
              </a:spcAft>
              <a:buSzPts val="800"/>
              <a:buChar char="○"/>
              <a:defRPr sz="800"/>
            </a:lvl5pPr>
            <a:lvl6pPr marL="2743200" lvl="5" indent="-279400" rtl="0">
              <a:lnSpc>
                <a:spcPct val="115000"/>
              </a:lnSpc>
              <a:spcBef>
                <a:spcPts val="1600"/>
              </a:spcBef>
              <a:spcAft>
                <a:spcPts val="0"/>
              </a:spcAft>
              <a:buSzPts val="800"/>
              <a:buChar char="■"/>
              <a:defRPr sz="800"/>
            </a:lvl6pPr>
            <a:lvl7pPr marL="3200400" lvl="6" indent="-279400" rtl="0">
              <a:lnSpc>
                <a:spcPct val="115000"/>
              </a:lnSpc>
              <a:spcBef>
                <a:spcPts val="1600"/>
              </a:spcBef>
              <a:spcAft>
                <a:spcPts val="0"/>
              </a:spcAft>
              <a:buSzPts val="800"/>
              <a:buChar char="●"/>
              <a:defRPr sz="800"/>
            </a:lvl7pPr>
            <a:lvl8pPr marL="3657600" lvl="7" indent="-279400" rtl="0">
              <a:lnSpc>
                <a:spcPct val="115000"/>
              </a:lnSpc>
              <a:spcBef>
                <a:spcPts val="1600"/>
              </a:spcBef>
              <a:spcAft>
                <a:spcPts val="0"/>
              </a:spcAft>
              <a:buSzPts val="800"/>
              <a:buFont typeface="Lustria"/>
              <a:buChar char="○"/>
              <a:defRPr sz="800">
                <a:latin typeface="Lustria"/>
                <a:ea typeface="Lustria"/>
                <a:cs typeface="Lustria"/>
                <a:sym typeface="Lustria"/>
              </a:defRPr>
            </a:lvl8pPr>
            <a:lvl9pPr marL="4114800" lvl="8" indent="-279400" rtl="0">
              <a:lnSpc>
                <a:spcPct val="115000"/>
              </a:lnSpc>
              <a:spcBef>
                <a:spcPts val="1600"/>
              </a:spcBef>
              <a:spcAft>
                <a:spcPts val="1600"/>
              </a:spcAft>
              <a:buSzPts val="800"/>
              <a:buFont typeface="Lustria"/>
              <a:buChar char="■"/>
              <a:defRPr sz="800">
                <a:latin typeface="Lustria"/>
                <a:ea typeface="Lustria"/>
                <a:cs typeface="Lustria"/>
                <a:sym typeface="Lustria"/>
              </a:defRPr>
            </a:lvl9pPr>
          </a:lstStyle>
          <a:p>
            <a:endParaRPr/>
          </a:p>
        </p:txBody>
      </p:sp>
      <p:sp>
        <p:nvSpPr>
          <p:cNvPr id="41" name="Google Shape;41;p12"/>
          <p:cNvSpPr/>
          <p:nvPr/>
        </p:nvSpPr>
        <p:spPr>
          <a:xfrm>
            <a:off x="9015900" y="0"/>
            <a:ext cx="128100" cy="5143500"/>
          </a:xfrm>
          <a:prstGeom prst="rect">
            <a:avLst/>
          </a:pr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with Simple Header with Bar – Dark Green 1">
  <p:cSld name="CUSTOM_3_1_2_1">
    <p:spTree>
      <p:nvGrpSpPr>
        <p:cNvPr id="1" name="Shape 42"/>
        <p:cNvGrpSpPr/>
        <p:nvPr/>
      </p:nvGrpSpPr>
      <p:grpSpPr>
        <a:xfrm>
          <a:off x="0" y="0"/>
          <a:ext cx="0" cy="0"/>
          <a:chOff x="0" y="0"/>
          <a:chExt cx="0" cy="0"/>
        </a:xfrm>
      </p:grpSpPr>
      <p:sp>
        <p:nvSpPr>
          <p:cNvPr id="43" name="Google Shape;43;p13"/>
          <p:cNvSpPr txBox="1">
            <a:spLocks noGrp="1"/>
          </p:cNvSpPr>
          <p:nvPr>
            <p:ph type="title"/>
          </p:nvPr>
        </p:nvSpPr>
        <p:spPr>
          <a:xfrm>
            <a:off x="388400" y="382350"/>
            <a:ext cx="4094100" cy="359700"/>
          </a:xfrm>
          <a:prstGeom prst="rect">
            <a:avLst/>
          </a:prstGeom>
        </p:spPr>
        <p:txBody>
          <a:bodyPr spcFirstLastPara="1" wrap="square" lIns="0" tIns="0" rIns="0" bIns="0" anchor="t" anchorCtr="0">
            <a:noAutofit/>
          </a:bodyPr>
          <a:lstStyle>
            <a:lvl1pPr lvl="0" rtl="0">
              <a:spcBef>
                <a:spcPts val="0"/>
              </a:spcBef>
              <a:spcAft>
                <a:spcPts val="0"/>
              </a:spcAft>
              <a:buSzPts val="1800"/>
              <a:buNone/>
              <a:defRPr sz="1800"/>
            </a:lvl1pPr>
            <a:lvl2pPr lvl="1" rtl="0">
              <a:spcBef>
                <a:spcPts val="0"/>
              </a:spcBef>
              <a:spcAft>
                <a:spcPts val="0"/>
              </a:spcAft>
              <a:buSzPts val="1400"/>
              <a:buNone/>
              <a:defRPr sz="1400">
                <a:latin typeface="DM Sans"/>
                <a:ea typeface="DM Sans"/>
                <a:cs typeface="DM Sans"/>
                <a:sym typeface="DM Sans"/>
              </a:defRPr>
            </a:lvl2pPr>
            <a:lvl3pPr lvl="2" rtl="0">
              <a:spcBef>
                <a:spcPts val="0"/>
              </a:spcBef>
              <a:spcAft>
                <a:spcPts val="0"/>
              </a:spcAft>
              <a:buSzPts val="1400"/>
              <a:buNone/>
              <a:defRPr sz="1400">
                <a:latin typeface="DM Sans"/>
                <a:ea typeface="DM Sans"/>
                <a:cs typeface="DM Sans"/>
                <a:sym typeface="DM Sans"/>
              </a:defRPr>
            </a:lvl3pPr>
            <a:lvl4pPr lvl="3" rtl="0">
              <a:spcBef>
                <a:spcPts val="0"/>
              </a:spcBef>
              <a:spcAft>
                <a:spcPts val="0"/>
              </a:spcAft>
              <a:buSzPts val="1400"/>
              <a:buNone/>
              <a:defRPr sz="1400">
                <a:latin typeface="DM Sans"/>
                <a:ea typeface="DM Sans"/>
                <a:cs typeface="DM Sans"/>
                <a:sym typeface="DM Sans"/>
              </a:defRPr>
            </a:lvl4pPr>
            <a:lvl5pPr lvl="4" rtl="0">
              <a:spcBef>
                <a:spcPts val="0"/>
              </a:spcBef>
              <a:spcAft>
                <a:spcPts val="0"/>
              </a:spcAft>
              <a:buSzPts val="1400"/>
              <a:buNone/>
              <a:defRPr sz="1400">
                <a:latin typeface="DM Sans"/>
                <a:ea typeface="DM Sans"/>
                <a:cs typeface="DM Sans"/>
                <a:sym typeface="DM Sans"/>
              </a:defRPr>
            </a:lvl5pPr>
            <a:lvl6pPr lvl="5" rtl="0">
              <a:spcBef>
                <a:spcPts val="0"/>
              </a:spcBef>
              <a:spcAft>
                <a:spcPts val="0"/>
              </a:spcAft>
              <a:buSzPts val="1400"/>
              <a:buNone/>
              <a:defRPr sz="1400">
                <a:latin typeface="DM Sans"/>
                <a:ea typeface="DM Sans"/>
                <a:cs typeface="DM Sans"/>
                <a:sym typeface="DM Sans"/>
              </a:defRPr>
            </a:lvl6pPr>
            <a:lvl7pPr lvl="6" rtl="0">
              <a:spcBef>
                <a:spcPts val="0"/>
              </a:spcBef>
              <a:spcAft>
                <a:spcPts val="0"/>
              </a:spcAft>
              <a:buSzPts val="1400"/>
              <a:buNone/>
              <a:defRPr sz="1400">
                <a:latin typeface="DM Sans"/>
                <a:ea typeface="DM Sans"/>
                <a:cs typeface="DM Sans"/>
                <a:sym typeface="DM Sans"/>
              </a:defRPr>
            </a:lvl7pPr>
            <a:lvl8pPr lvl="7" rtl="0">
              <a:spcBef>
                <a:spcPts val="0"/>
              </a:spcBef>
              <a:spcAft>
                <a:spcPts val="0"/>
              </a:spcAft>
              <a:buSzPts val="1400"/>
              <a:buNone/>
              <a:defRPr sz="1400">
                <a:latin typeface="DM Sans"/>
                <a:ea typeface="DM Sans"/>
                <a:cs typeface="DM Sans"/>
                <a:sym typeface="DM Sans"/>
              </a:defRPr>
            </a:lvl8pPr>
            <a:lvl9pPr lvl="8" rtl="0">
              <a:spcBef>
                <a:spcPts val="0"/>
              </a:spcBef>
              <a:spcAft>
                <a:spcPts val="0"/>
              </a:spcAft>
              <a:buSzPts val="1400"/>
              <a:buNone/>
              <a:defRPr sz="1400">
                <a:latin typeface="DM Sans"/>
                <a:ea typeface="DM Sans"/>
                <a:cs typeface="DM Sans"/>
                <a:sym typeface="DM Sans"/>
              </a:defRPr>
            </a:lvl9pPr>
          </a:lstStyle>
          <a:p>
            <a:endParaRPr/>
          </a:p>
        </p:txBody>
      </p:sp>
      <p:sp>
        <p:nvSpPr>
          <p:cNvPr id="44" name="Google Shape;44;p13"/>
          <p:cNvSpPr txBox="1">
            <a:spLocks noGrp="1"/>
          </p:cNvSpPr>
          <p:nvPr>
            <p:ph type="body" idx="1"/>
          </p:nvPr>
        </p:nvSpPr>
        <p:spPr>
          <a:xfrm>
            <a:off x="388400" y="943700"/>
            <a:ext cx="1967700" cy="1234800"/>
          </a:xfrm>
          <a:prstGeom prst="rect">
            <a:avLst/>
          </a:prstGeom>
        </p:spPr>
        <p:txBody>
          <a:bodyPr spcFirstLastPara="1" wrap="square" lIns="0" tIns="0" rIns="0" bIns="0" anchor="t" anchorCtr="0">
            <a:noAutofit/>
          </a:bodyPr>
          <a:lstStyle>
            <a:lvl1pPr marL="457200" lvl="0" indent="-279400" rtl="0">
              <a:lnSpc>
                <a:spcPct val="115000"/>
              </a:lnSpc>
              <a:spcBef>
                <a:spcPts val="0"/>
              </a:spcBef>
              <a:spcAft>
                <a:spcPts val="0"/>
              </a:spcAft>
              <a:buSzPts val="800"/>
              <a:buChar char="●"/>
              <a:defRPr sz="800"/>
            </a:lvl1pPr>
            <a:lvl2pPr marL="914400" lvl="1" indent="-279400" rtl="0">
              <a:lnSpc>
                <a:spcPct val="115000"/>
              </a:lnSpc>
              <a:spcBef>
                <a:spcPts val="1600"/>
              </a:spcBef>
              <a:spcAft>
                <a:spcPts val="0"/>
              </a:spcAft>
              <a:buSzPts val="800"/>
              <a:buChar char="○"/>
              <a:defRPr sz="800"/>
            </a:lvl2pPr>
            <a:lvl3pPr marL="1371600" lvl="2" indent="-279400" rtl="0">
              <a:lnSpc>
                <a:spcPct val="115000"/>
              </a:lnSpc>
              <a:spcBef>
                <a:spcPts val="1600"/>
              </a:spcBef>
              <a:spcAft>
                <a:spcPts val="0"/>
              </a:spcAft>
              <a:buSzPts val="800"/>
              <a:buChar char="■"/>
              <a:defRPr sz="800"/>
            </a:lvl3pPr>
            <a:lvl4pPr marL="1828800" lvl="3" indent="-279400" rtl="0">
              <a:lnSpc>
                <a:spcPct val="115000"/>
              </a:lnSpc>
              <a:spcBef>
                <a:spcPts val="1600"/>
              </a:spcBef>
              <a:spcAft>
                <a:spcPts val="0"/>
              </a:spcAft>
              <a:buSzPts val="800"/>
              <a:buChar char="●"/>
              <a:defRPr sz="800"/>
            </a:lvl4pPr>
            <a:lvl5pPr marL="2286000" lvl="4" indent="-279400" rtl="0">
              <a:lnSpc>
                <a:spcPct val="115000"/>
              </a:lnSpc>
              <a:spcBef>
                <a:spcPts val="1600"/>
              </a:spcBef>
              <a:spcAft>
                <a:spcPts val="0"/>
              </a:spcAft>
              <a:buSzPts val="800"/>
              <a:buChar char="○"/>
              <a:defRPr sz="800"/>
            </a:lvl5pPr>
            <a:lvl6pPr marL="2743200" lvl="5" indent="-279400" rtl="0">
              <a:lnSpc>
                <a:spcPct val="115000"/>
              </a:lnSpc>
              <a:spcBef>
                <a:spcPts val="1600"/>
              </a:spcBef>
              <a:spcAft>
                <a:spcPts val="0"/>
              </a:spcAft>
              <a:buSzPts val="800"/>
              <a:buChar char="■"/>
              <a:defRPr sz="800"/>
            </a:lvl6pPr>
            <a:lvl7pPr marL="3200400" lvl="6" indent="-279400" rtl="0">
              <a:lnSpc>
                <a:spcPct val="115000"/>
              </a:lnSpc>
              <a:spcBef>
                <a:spcPts val="1600"/>
              </a:spcBef>
              <a:spcAft>
                <a:spcPts val="0"/>
              </a:spcAft>
              <a:buSzPts val="800"/>
              <a:buChar char="●"/>
              <a:defRPr sz="800"/>
            </a:lvl7pPr>
            <a:lvl8pPr marL="3657600" lvl="7" indent="-279400" rtl="0">
              <a:lnSpc>
                <a:spcPct val="115000"/>
              </a:lnSpc>
              <a:spcBef>
                <a:spcPts val="1600"/>
              </a:spcBef>
              <a:spcAft>
                <a:spcPts val="0"/>
              </a:spcAft>
              <a:buSzPts val="800"/>
              <a:buFont typeface="Lustria"/>
              <a:buChar char="○"/>
              <a:defRPr sz="800">
                <a:latin typeface="Lustria"/>
                <a:ea typeface="Lustria"/>
                <a:cs typeface="Lustria"/>
                <a:sym typeface="Lustria"/>
              </a:defRPr>
            </a:lvl8pPr>
            <a:lvl9pPr marL="4114800" lvl="8" indent="-279400" rtl="0">
              <a:lnSpc>
                <a:spcPct val="115000"/>
              </a:lnSpc>
              <a:spcBef>
                <a:spcPts val="1600"/>
              </a:spcBef>
              <a:spcAft>
                <a:spcPts val="1600"/>
              </a:spcAft>
              <a:buSzPts val="800"/>
              <a:buFont typeface="Lustria"/>
              <a:buChar char="■"/>
              <a:defRPr sz="800">
                <a:latin typeface="Lustria"/>
                <a:ea typeface="Lustria"/>
                <a:cs typeface="Lustria"/>
                <a:sym typeface="Lustria"/>
              </a:defRPr>
            </a:lvl9pPr>
          </a:lstStyle>
          <a:p>
            <a:endParaRPr/>
          </a:p>
        </p:txBody>
      </p:sp>
      <p:sp>
        <p:nvSpPr>
          <p:cNvPr id="45" name="Google Shape;45;p13"/>
          <p:cNvSpPr/>
          <p:nvPr/>
        </p:nvSpPr>
        <p:spPr>
          <a:xfrm>
            <a:off x="9015900" y="0"/>
            <a:ext cx="128100" cy="5143500"/>
          </a:xfrm>
          <a:prstGeom prst="rect">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3-up Columns – Standard">
  <p:cSld name="CUSTOM_3_1_1_1_1_1_1_1_1_1_1_2">
    <p:spTree>
      <p:nvGrpSpPr>
        <p:cNvPr id="1" name="Shape 46"/>
        <p:cNvGrpSpPr/>
        <p:nvPr/>
      </p:nvGrpSpPr>
      <p:grpSpPr>
        <a:xfrm>
          <a:off x="0" y="0"/>
          <a:ext cx="0" cy="0"/>
          <a:chOff x="0" y="0"/>
          <a:chExt cx="0" cy="0"/>
        </a:xfrm>
      </p:grpSpPr>
      <p:sp>
        <p:nvSpPr>
          <p:cNvPr id="47" name="Google Shape;47;p14"/>
          <p:cNvSpPr txBox="1">
            <a:spLocks noGrp="1"/>
          </p:cNvSpPr>
          <p:nvPr>
            <p:ph type="title"/>
          </p:nvPr>
        </p:nvSpPr>
        <p:spPr>
          <a:xfrm>
            <a:off x="388400" y="382350"/>
            <a:ext cx="4094100" cy="359700"/>
          </a:xfrm>
          <a:prstGeom prst="rect">
            <a:avLst/>
          </a:prstGeom>
        </p:spPr>
        <p:txBody>
          <a:bodyPr spcFirstLastPara="1" wrap="square" lIns="0" tIns="0" rIns="0" bIns="0" anchor="t" anchorCtr="0">
            <a:noAutofit/>
          </a:bodyPr>
          <a:lstStyle>
            <a:lvl1pPr lvl="0" rtl="0">
              <a:spcBef>
                <a:spcPts val="0"/>
              </a:spcBef>
              <a:spcAft>
                <a:spcPts val="0"/>
              </a:spcAft>
              <a:buSzPts val="1800"/>
              <a:buNone/>
              <a:defRPr sz="1800"/>
            </a:lvl1pPr>
            <a:lvl2pPr lvl="1" rtl="0">
              <a:spcBef>
                <a:spcPts val="0"/>
              </a:spcBef>
              <a:spcAft>
                <a:spcPts val="0"/>
              </a:spcAft>
              <a:buSzPts val="1400"/>
              <a:buNone/>
              <a:defRPr sz="1400">
                <a:latin typeface="DM Sans"/>
                <a:ea typeface="DM Sans"/>
                <a:cs typeface="DM Sans"/>
                <a:sym typeface="DM Sans"/>
              </a:defRPr>
            </a:lvl2pPr>
            <a:lvl3pPr lvl="2" rtl="0">
              <a:spcBef>
                <a:spcPts val="0"/>
              </a:spcBef>
              <a:spcAft>
                <a:spcPts val="0"/>
              </a:spcAft>
              <a:buSzPts val="1400"/>
              <a:buNone/>
              <a:defRPr sz="1400">
                <a:latin typeface="DM Sans"/>
                <a:ea typeface="DM Sans"/>
                <a:cs typeface="DM Sans"/>
                <a:sym typeface="DM Sans"/>
              </a:defRPr>
            </a:lvl3pPr>
            <a:lvl4pPr lvl="3" rtl="0">
              <a:spcBef>
                <a:spcPts val="0"/>
              </a:spcBef>
              <a:spcAft>
                <a:spcPts val="0"/>
              </a:spcAft>
              <a:buSzPts val="1400"/>
              <a:buNone/>
              <a:defRPr sz="1400">
                <a:latin typeface="DM Sans"/>
                <a:ea typeface="DM Sans"/>
                <a:cs typeface="DM Sans"/>
                <a:sym typeface="DM Sans"/>
              </a:defRPr>
            </a:lvl4pPr>
            <a:lvl5pPr lvl="4" rtl="0">
              <a:spcBef>
                <a:spcPts val="0"/>
              </a:spcBef>
              <a:spcAft>
                <a:spcPts val="0"/>
              </a:spcAft>
              <a:buSzPts val="1400"/>
              <a:buNone/>
              <a:defRPr sz="1400">
                <a:latin typeface="DM Sans"/>
                <a:ea typeface="DM Sans"/>
                <a:cs typeface="DM Sans"/>
                <a:sym typeface="DM Sans"/>
              </a:defRPr>
            </a:lvl5pPr>
            <a:lvl6pPr lvl="5" rtl="0">
              <a:spcBef>
                <a:spcPts val="0"/>
              </a:spcBef>
              <a:spcAft>
                <a:spcPts val="0"/>
              </a:spcAft>
              <a:buSzPts val="1400"/>
              <a:buNone/>
              <a:defRPr sz="1400">
                <a:latin typeface="DM Sans"/>
                <a:ea typeface="DM Sans"/>
                <a:cs typeface="DM Sans"/>
                <a:sym typeface="DM Sans"/>
              </a:defRPr>
            </a:lvl6pPr>
            <a:lvl7pPr lvl="6" rtl="0">
              <a:spcBef>
                <a:spcPts val="0"/>
              </a:spcBef>
              <a:spcAft>
                <a:spcPts val="0"/>
              </a:spcAft>
              <a:buSzPts val="1400"/>
              <a:buNone/>
              <a:defRPr sz="1400">
                <a:latin typeface="DM Sans"/>
                <a:ea typeface="DM Sans"/>
                <a:cs typeface="DM Sans"/>
                <a:sym typeface="DM Sans"/>
              </a:defRPr>
            </a:lvl7pPr>
            <a:lvl8pPr lvl="7" rtl="0">
              <a:spcBef>
                <a:spcPts val="0"/>
              </a:spcBef>
              <a:spcAft>
                <a:spcPts val="0"/>
              </a:spcAft>
              <a:buSzPts val="1400"/>
              <a:buNone/>
              <a:defRPr sz="1400">
                <a:latin typeface="DM Sans"/>
                <a:ea typeface="DM Sans"/>
                <a:cs typeface="DM Sans"/>
                <a:sym typeface="DM Sans"/>
              </a:defRPr>
            </a:lvl8pPr>
            <a:lvl9pPr lvl="8" rtl="0">
              <a:spcBef>
                <a:spcPts val="0"/>
              </a:spcBef>
              <a:spcAft>
                <a:spcPts val="0"/>
              </a:spcAft>
              <a:buSzPts val="1400"/>
              <a:buNone/>
              <a:defRPr sz="1400">
                <a:latin typeface="DM Sans"/>
                <a:ea typeface="DM Sans"/>
                <a:cs typeface="DM Sans"/>
                <a:sym typeface="DM Sans"/>
              </a:defRPr>
            </a:lvl9pPr>
          </a:lstStyle>
          <a:p>
            <a:endParaRPr/>
          </a:p>
        </p:txBody>
      </p:sp>
      <p:sp>
        <p:nvSpPr>
          <p:cNvPr id="48" name="Google Shape;48;p14"/>
          <p:cNvSpPr txBox="1">
            <a:spLocks noGrp="1"/>
          </p:cNvSpPr>
          <p:nvPr>
            <p:ph type="body" idx="1"/>
          </p:nvPr>
        </p:nvSpPr>
        <p:spPr>
          <a:xfrm>
            <a:off x="388400" y="1947675"/>
            <a:ext cx="2675400" cy="2813400"/>
          </a:xfrm>
          <a:prstGeom prst="rect">
            <a:avLst/>
          </a:prstGeom>
        </p:spPr>
        <p:txBody>
          <a:bodyPr spcFirstLastPara="1" wrap="square" lIns="0" tIns="0" rIns="0" bIns="0" anchor="t" anchorCtr="0">
            <a:noAutofit/>
          </a:bodyPr>
          <a:lstStyle>
            <a:lvl1pPr marL="457200" lvl="0" indent="-292100" rtl="0">
              <a:lnSpc>
                <a:spcPct val="115000"/>
              </a:lnSpc>
              <a:spcBef>
                <a:spcPts val="0"/>
              </a:spcBef>
              <a:spcAft>
                <a:spcPts val="0"/>
              </a:spcAft>
              <a:buSzPts val="1000"/>
              <a:buFont typeface="Inter Light"/>
              <a:buChar char="●"/>
              <a:defRPr sz="1000">
                <a:latin typeface="Inter Light"/>
                <a:ea typeface="Inter Light"/>
                <a:cs typeface="Inter Light"/>
                <a:sym typeface="Inter Light"/>
              </a:defRPr>
            </a:lvl1pPr>
            <a:lvl2pPr marL="914400" lvl="1" indent="-292100" rtl="0">
              <a:lnSpc>
                <a:spcPct val="115000"/>
              </a:lnSpc>
              <a:spcBef>
                <a:spcPts val="1600"/>
              </a:spcBef>
              <a:spcAft>
                <a:spcPts val="0"/>
              </a:spcAft>
              <a:buSzPts val="1000"/>
              <a:buFont typeface="Inter Light"/>
              <a:buChar char="○"/>
              <a:defRPr sz="1000">
                <a:latin typeface="Inter Light"/>
                <a:ea typeface="Inter Light"/>
                <a:cs typeface="Inter Light"/>
                <a:sym typeface="Inter Light"/>
              </a:defRPr>
            </a:lvl2pPr>
            <a:lvl3pPr marL="1371600" lvl="2" indent="-292100" rtl="0">
              <a:lnSpc>
                <a:spcPct val="115000"/>
              </a:lnSpc>
              <a:spcBef>
                <a:spcPts val="1600"/>
              </a:spcBef>
              <a:spcAft>
                <a:spcPts val="0"/>
              </a:spcAft>
              <a:buSzPts val="1000"/>
              <a:buFont typeface="Inter Light"/>
              <a:buChar char="■"/>
              <a:defRPr sz="1000">
                <a:latin typeface="Inter Light"/>
                <a:ea typeface="Inter Light"/>
                <a:cs typeface="Inter Light"/>
                <a:sym typeface="Inter Light"/>
              </a:defRPr>
            </a:lvl3pPr>
            <a:lvl4pPr marL="1828800" lvl="3" indent="-292100" rtl="0">
              <a:lnSpc>
                <a:spcPct val="115000"/>
              </a:lnSpc>
              <a:spcBef>
                <a:spcPts val="1600"/>
              </a:spcBef>
              <a:spcAft>
                <a:spcPts val="0"/>
              </a:spcAft>
              <a:buSzPts val="1000"/>
              <a:buFont typeface="Inter Light"/>
              <a:buChar char="●"/>
              <a:defRPr sz="1000">
                <a:latin typeface="Inter Light"/>
                <a:ea typeface="Inter Light"/>
                <a:cs typeface="Inter Light"/>
                <a:sym typeface="Inter Light"/>
              </a:defRPr>
            </a:lvl4pPr>
            <a:lvl5pPr marL="2286000" lvl="4" indent="-292100" rtl="0">
              <a:lnSpc>
                <a:spcPct val="115000"/>
              </a:lnSpc>
              <a:spcBef>
                <a:spcPts val="1600"/>
              </a:spcBef>
              <a:spcAft>
                <a:spcPts val="0"/>
              </a:spcAft>
              <a:buSzPts val="1000"/>
              <a:buFont typeface="Inter Light"/>
              <a:buChar char="○"/>
              <a:defRPr sz="1000">
                <a:latin typeface="Inter Light"/>
                <a:ea typeface="Inter Light"/>
                <a:cs typeface="Inter Light"/>
                <a:sym typeface="Inter Light"/>
              </a:defRPr>
            </a:lvl5pPr>
            <a:lvl6pPr marL="2743200" lvl="5" indent="-292100" rtl="0">
              <a:lnSpc>
                <a:spcPct val="115000"/>
              </a:lnSpc>
              <a:spcBef>
                <a:spcPts val="1600"/>
              </a:spcBef>
              <a:spcAft>
                <a:spcPts val="0"/>
              </a:spcAft>
              <a:buSzPts val="1000"/>
              <a:buFont typeface="Inter Light"/>
              <a:buChar char="■"/>
              <a:defRPr sz="1000">
                <a:latin typeface="Inter Light"/>
                <a:ea typeface="Inter Light"/>
                <a:cs typeface="Inter Light"/>
                <a:sym typeface="Inter Light"/>
              </a:defRPr>
            </a:lvl6pPr>
            <a:lvl7pPr marL="3200400" lvl="6" indent="-292100" rtl="0">
              <a:lnSpc>
                <a:spcPct val="115000"/>
              </a:lnSpc>
              <a:spcBef>
                <a:spcPts val="1600"/>
              </a:spcBef>
              <a:spcAft>
                <a:spcPts val="0"/>
              </a:spcAft>
              <a:buSzPts val="1000"/>
              <a:buFont typeface="Inter Light"/>
              <a:buChar char="●"/>
              <a:defRPr sz="1000">
                <a:latin typeface="Inter Light"/>
                <a:ea typeface="Inter Light"/>
                <a:cs typeface="Inter Light"/>
                <a:sym typeface="Inter Light"/>
              </a:defRPr>
            </a:lvl7pPr>
            <a:lvl8pPr marL="3657600" lvl="7" indent="-292100" rtl="0">
              <a:lnSpc>
                <a:spcPct val="115000"/>
              </a:lnSpc>
              <a:spcBef>
                <a:spcPts val="1600"/>
              </a:spcBef>
              <a:spcAft>
                <a:spcPts val="0"/>
              </a:spcAft>
              <a:buSzPts val="1000"/>
              <a:buFont typeface="Inter Light"/>
              <a:buChar char="○"/>
              <a:defRPr sz="1000">
                <a:latin typeface="Inter Light"/>
                <a:ea typeface="Inter Light"/>
                <a:cs typeface="Inter Light"/>
                <a:sym typeface="Inter Light"/>
              </a:defRPr>
            </a:lvl8pPr>
            <a:lvl9pPr marL="4114800" lvl="8" indent="-292100" rtl="0">
              <a:lnSpc>
                <a:spcPct val="115000"/>
              </a:lnSpc>
              <a:spcBef>
                <a:spcPts val="1600"/>
              </a:spcBef>
              <a:spcAft>
                <a:spcPts val="1600"/>
              </a:spcAft>
              <a:buSzPts val="1000"/>
              <a:buFont typeface="Inter Light"/>
              <a:buChar char="■"/>
              <a:defRPr sz="1000">
                <a:latin typeface="Inter Light"/>
                <a:ea typeface="Inter Light"/>
                <a:cs typeface="Inter Light"/>
                <a:sym typeface="Inter Light"/>
              </a:defRPr>
            </a:lvl9pPr>
          </a:lstStyle>
          <a:p>
            <a:endParaRPr/>
          </a:p>
        </p:txBody>
      </p:sp>
      <p:sp>
        <p:nvSpPr>
          <p:cNvPr id="49" name="Google Shape;49;p14"/>
          <p:cNvSpPr txBox="1">
            <a:spLocks noGrp="1"/>
          </p:cNvSpPr>
          <p:nvPr>
            <p:ph type="subTitle" idx="2"/>
          </p:nvPr>
        </p:nvSpPr>
        <p:spPr>
          <a:xfrm>
            <a:off x="388650" y="1272425"/>
            <a:ext cx="2675400" cy="492000"/>
          </a:xfrm>
          <a:prstGeom prst="rect">
            <a:avLst/>
          </a:prstGeom>
        </p:spPr>
        <p:txBody>
          <a:bodyPr spcFirstLastPara="1" wrap="square" lIns="0" tIns="0" rIns="0" bIns="0" anchor="ctr" anchorCtr="0">
            <a:noAutofit/>
          </a:bodyPr>
          <a:lstStyle>
            <a:lvl1pPr lvl="0" rtl="0">
              <a:lnSpc>
                <a:spcPct val="100000"/>
              </a:lnSpc>
              <a:spcBef>
                <a:spcPts val="0"/>
              </a:spcBef>
              <a:spcAft>
                <a:spcPts val="0"/>
              </a:spcAft>
              <a:buClr>
                <a:schemeClr val="dk2"/>
              </a:buClr>
              <a:buSzPts val="1400"/>
              <a:buFont typeface="PT Serif"/>
              <a:buNone/>
              <a:defRPr sz="1400">
                <a:solidFill>
                  <a:schemeClr val="dk2"/>
                </a:solidFill>
                <a:latin typeface="PT Serif"/>
                <a:ea typeface="PT Serif"/>
                <a:cs typeface="PT Serif"/>
                <a:sym typeface="PT Serif"/>
              </a:defRPr>
            </a:lvl1pPr>
            <a:lvl2pPr lvl="1" algn="ctr" rtl="0">
              <a:lnSpc>
                <a:spcPct val="100000"/>
              </a:lnSpc>
              <a:spcBef>
                <a:spcPts val="0"/>
              </a:spcBef>
              <a:spcAft>
                <a:spcPts val="0"/>
              </a:spcAft>
              <a:buSzPts val="1200"/>
              <a:buFont typeface="DM Sans"/>
              <a:buNone/>
              <a:defRPr sz="1200">
                <a:latin typeface="DM Sans"/>
                <a:ea typeface="DM Sans"/>
                <a:cs typeface="DM Sans"/>
                <a:sym typeface="DM Sans"/>
              </a:defRPr>
            </a:lvl2pPr>
            <a:lvl3pPr lvl="2" algn="ctr" rtl="0">
              <a:lnSpc>
                <a:spcPct val="100000"/>
              </a:lnSpc>
              <a:spcBef>
                <a:spcPts val="0"/>
              </a:spcBef>
              <a:spcAft>
                <a:spcPts val="0"/>
              </a:spcAft>
              <a:buSzPts val="1200"/>
              <a:buFont typeface="DM Sans"/>
              <a:buNone/>
              <a:defRPr sz="1200">
                <a:latin typeface="DM Sans"/>
                <a:ea typeface="DM Sans"/>
                <a:cs typeface="DM Sans"/>
                <a:sym typeface="DM Sans"/>
              </a:defRPr>
            </a:lvl3pPr>
            <a:lvl4pPr lvl="3" algn="ctr" rtl="0">
              <a:lnSpc>
                <a:spcPct val="100000"/>
              </a:lnSpc>
              <a:spcBef>
                <a:spcPts val="0"/>
              </a:spcBef>
              <a:spcAft>
                <a:spcPts val="0"/>
              </a:spcAft>
              <a:buSzPts val="1200"/>
              <a:buFont typeface="DM Sans"/>
              <a:buNone/>
              <a:defRPr sz="1200">
                <a:latin typeface="DM Sans"/>
                <a:ea typeface="DM Sans"/>
                <a:cs typeface="DM Sans"/>
                <a:sym typeface="DM Sans"/>
              </a:defRPr>
            </a:lvl4pPr>
            <a:lvl5pPr lvl="4" algn="ctr" rtl="0">
              <a:lnSpc>
                <a:spcPct val="100000"/>
              </a:lnSpc>
              <a:spcBef>
                <a:spcPts val="0"/>
              </a:spcBef>
              <a:spcAft>
                <a:spcPts val="0"/>
              </a:spcAft>
              <a:buSzPts val="1200"/>
              <a:buFont typeface="DM Sans"/>
              <a:buNone/>
              <a:defRPr sz="1200">
                <a:latin typeface="DM Sans"/>
                <a:ea typeface="DM Sans"/>
                <a:cs typeface="DM Sans"/>
                <a:sym typeface="DM Sans"/>
              </a:defRPr>
            </a:lvl5pPr>
            <a:lvl6pPr lvl="5" algn="ctr" rtl="0">
              <a:lnSpc>
                <a:spcPct val="100000"/>
              </a:lnSpc>
              <a:spcBef>
                <a:spcPts val="0"/>
              </a:spcBef>
              <a:spcAft>
                <a:spcPts val="0"/>
              </a:spcAft>
              <a:buSzPts val="1200"/>
              <a:buFont typeface="DM Sans"/>
              <a:buNone/>
              <a:defRPr sz="1200">
                <a:latin typeface="DM Sans"/>
                <a:ea typeface="DM Sans"/>
                <a:cs typeface="DM Sans"/>
                <a:sym typeface="DM Sans"/>
              </a:defRPr>
            </a:lvl6pPr>
            <a:lvl7pPr lvl="6" algn="ctr" rtl="0">
              <a:lnSpc>
                <a:spcPct val="100000"/>
              </a:lnSpc>
              <a:spcBef>
                <a:spcPts val="0"/>
              </a:spcBef>
              <a:spcAft>
                <a:spcPts val="0"/>
              </a:spcAft>
              <a:buSzPts val="1200"/>
              <a:buFont typeface="DM Sans"/>
              <a:buNone/>
              <a:defRPr sz="1200">
                <a:latin typeface="DM Sans"/>
                <a:ea typeface="DM Sans"/>
                <a:cs typeface="DM Sans"/>
                <a:sym typeface="DM Sans"/>
              </a:defRPr>
            </a:lvl7pPr>
            <a:lvl8pPr lvl="7" algn="ctr" rtl="0">
              <a:lnSpc>
                <a:spcPct val="100000"/>
              </a:lnSpc>
              <a:spcBef>
                <a:spcPts val="0"/>
              </a:spcBef>
              <a:spcAft>
                <a:spcPts val="0"/>
              </a:spcAft>
              <a:buSzPts val="1200"/>
              <a:buFont typeface="DM Sans"/>
              <a:buNone/>
              <a:defRPr sz="1200">
                <a:latin typeface="DM Sans"/>
                <a:ea typeface="DM Sans"/>
                <a:cs typeface="DM Sans"/>
                <a:sym typeface="DM Sans"/>
              </a:defRPr>
            </a:lvl8pPr>
            <a:lvl9pPr lvl="8" algn="ctr" rtl="0">
              <a:lnSpc>
                <a:spcPct val="100000"/>
              </a:lnSpc>
              <a:spcBef>
                <a:spcPts val="0"/>
              </a:spcBef>
              <a:spcAft>
                <a:spcPts val="0"/>
              </a:spcAft>
              <a:buSzPts val="1200"/>
              <a:buFont typeface="DM Sans"/>
              <a:buNone/>
              <a:defRPr sz="1200">
                <a:latin typeface="DM Sans"/>
                <a:ea typeface="DM Sans"/>
                <a:cs typeface="DM Sans"/>
                <a:sym typeface="DM Sans"/>
              </a:defRPr>
            </a:lvl9pPr>
          </a:lstStyle>
          <a:p>
            <a:endParaRPr/>
          </a:p>
        </p:txBody>
      </p:sp>
      <p:sp>
        <p:nvSpPr>
          <p:cNvPr id="50" name="Google Shape;50;p14"/>
          <p:cNvSpPr txBox="1">
            <a:spLocks noGrp="1"/>
          </p:cNvSpPr>
          <p:nvPr>
            <p:ph type="subTitle" idx="3"/>
          </p:nvPr>
        </p:nvSpPr>
        <p:spPr>
          <a:xfrm>
            <a:off x="3245950" y="1272425"/>
            <a:ext cx="2660100" cy="492000"/>
          </a:xfrm>
          <a:prstGeom prst="rect">
            <a:avLst/>
          </a:prstGeom>
        </p:spPr>
        <p:txBody>
          <a:bodyPr spcFirstLastPara="1" wrap="square" lIns="0" tIns="0" rIns="0" bIns="0" anchor="ctr" anchorCtr="0">
            <a:noAutofit/>
          </a:bodyPr>
          <a:lstStyle>
            <a:lvl1pPr lvl="0" rtl="0">
              <a:lnSpc>
                <a:spcPct val="100000"/>
              </a:lnSpc>
              <a:spcBef>
                <a:spcPts val="0"/>
              </a:spcBef>
              <a:spcAft>
                <a:spcPts val="0"/>
              </a:spcAft>
              <a:buClr>
                <a:schemeClr val="dk2"/>
              </a:buClr>
              <a:buSzPts val="1400"/>
              <a:buFont typeface="PT Serif"/>
              <a:buNone/>
              <a:defRPr sz="1400">
                <a:solidFill>
                  <a:schemeClr val="dk2"/>
                </a:solidFill>
                <a:latin typeface="PT Serif"/>
                <a:ea typeface="PT Serif"/>
                <a:cs typeface="PT Serif"/>
                <a:sym typeface="PT Serif"/>
              </a:defRPr>
            </a:lvl1pPr>
            <a:lvl2pPr lvl="1" algn="ctr" rtl="0">
              <a:lnSpc>
                <a:spcPct val="100000"/>
              </a:lnSpc>
              <a:spcBef>
                <a:spcPts val="0"/>
              </a:spcBef>
              <a:spcAft>
                <a:spcPts val="0"/>
              </a:spcAft>
              <a:buSzPts val="1200"/>
              <a:buFont typeface="DM Sans"/>
              <a:buNone/>
              <a:defRPr sz="1200">
                <a:latin typeface="DM Sans"/>
                <a:ea typeface="DM Sans"/>
                <a:cs typeface="DM Sans"/>
                <a:sym typeface="DM Sans"/>
              </a:defRPr>
            </a:lvl2pPr>
            <a:lvl3pPr lvl="2" algn="ctr" rtl="0">
              <a:lnSpc>
                <a:spcPct val="100000"/>
              </a:lnSpc>
              <a:spcBef>
                <a:spcPts val="0"/>
              </a:spcBef>
              <a:spcAft>
                <a:spcPts val="0"/>
              </a:spcAft>
              <a:buSzPts val="1200"/>
              <a:buFont typeface="DM Sans"/>
              <a:buNone/>
              <a:defRPr sz="1200">
                <a:latin typeface="DM Sans"/>
                <a:ea typeface="DM Sans"/>
                <a:cs typeface="DM Sans"/>
                <a:sym typeface="DM Sans"/>
              </a:defRPr>
            </a:lvl3pPr>
            <a:lvl4pPr lvl="3" algn="ctr" rtl="0">
              <a:lnSpc>
                <a:spcPct val="100000"/>
              </a:lnSpc>
              <a:spcBef>
                <a:spcPts val="0"/>
              </a:spcBef>
              <a:spcAft>
                <a:spcPts val="0"/>
              </a:spcAft>
              <a:buSzPts val="1200"/>
              <a:buFont typeface="DM Sans"/>
              <a:buNone/>
              <a:defRPr sz="1200">
                <a:latin typeface="DM Sans"/>
                <a:ea typeface="DM Sans"/>
                <a:cs typeface="DM Sans"/>
                <a:sym typeface="DM Sans"/>
              </a:defRPr>
            </a:lvl4pPr>
            <a:lvl5pPr lvl="4" algn="ctr" rtl="0">
              <a:lnSpc>
                <a:spcPct val="100000"/>
              </a:lnSpc>
              <a:spcBef>
                <a:spcPts val="0"/>
              </a:spcBef>
              <a:spcAft>
                <a:spcPts val="0"/>
              </a:spcAft>
              <a:buSzPts val="1200"/>
              <a:buFont typeface="DM Sans"/>
              <a:buNone/>
              <a:defRPr sz="1200">
                <a:latin typeface="DM Sans"/>
                <a:ea typeface="DM Sans"/>
                <a:cs typeface="DM Sans"/>
                <a:sym typeface="DM Sans"/>
              </a:defRPr>
            </a:lvl5pPr>
            <a:lvl6pPr lvl="5" algn="ctr" rtl="0">
              <a:lnSpc>
                <a:spcPct val="100000"/>
              </a:lnSpc>
              <a:spcBef>
                <a:spcPts val="0"/>
              </a:spcBef>
              <a:spcAft>
                <a:spcPts val="0"/>
              </a:spcAft>
              <a:buSzPts val="1200"/>
              <a:buFont typeface="DM Sans"/>
              <a:buNone/>
              <a:defRPr sz="1200">
                <a:latin typeface="DM Sans"/>
                <a:ea typeface="DM Sans"/>
                <a:cs typeface="DM Sans"/>
                <a:sym typeface="DM Sans"/>
              </a:defRPr>
            </a:lvl6pPr>
            <a:lvl7pPr lvl="6" algn="ctr" rtl="0">
              <a:lnSpc>
                <a:spcPct val="100000"/>
              </a:lnSpc>
              <a:spcBef>
                <a:spcPts val="0"/>
              </a:spcBef>
              <a:spcAft>
                <a:spcPts val="0"/>
              </a:spcAft>
              <a:buSzPts val="1200"/>
              <a:buFont typeface="DM Sans"/>
              <a:buNone/>
              <a:defRPr sz="1200">
                <a:latin typeface="DM Sans"/>
                <a:ea typeface="DM Sans"/>
                <a:cs typeface="DM Sans"/>
                <a:sym typeface="DM Sans"/>
              </a:defRPr>
            </a:lvl7pPr>
            <a:lvl8pPr lvl="7" algn="ctr" rtl="0">
              <a:lnSpc>
                <a:spcPct val="100000"/>
              </a:lnSpc>
              <a:spcBef>
                <a:spcPts val="0"/>
              </a:spcBef>
              <a:spcAft>
                <a:spcPts val="0"/>
              </a:spcAft>
              <a:buSzPts val="1200"/>
              <a:buFont typeface="DM Sans"/>
              <a:buNone/>
              <a:defRPr sz="1200">
                <a:latin typeface="DM Sans"/>
                <a:ea typeface="DM Sans"/>
                <a:cs typeface="DM Sans"/>
                <a:sym typeface="DM Sans"/>
              </a:defRPr>
            </a:lvl8pPr>
            <a:lvl9pPr lvl="8" algn="ctr" rtl="0">
              <a:lnSpc>
                <a:spcPct val="100000"/>
              </a:lnSpc>
              <a:spcBef>
                <a:spcPts val="0"/>
              </a:spcBef>
              <a:spcAft>
                <a:spcPts val="0"/>
              </a:spcAft>
              <a:buSzPts val="1200"/>
              <a:buFont typeface="DM Sans"/>
              <a:buNone/>
              <a:defRPr sz="1200">
                <a:latin typeface="DM Sans"/>
                <a:ea typeface="DM Sans"/>
                <a:cs typeface="DM Sans"/>
                <a:sym typeface="DM Sans"/>
              </a:defRPr>
            </a:lvl9pPr>
          </a:lstStyle>
          <a:p>
            <a:endParaRPr/>
          </a:p>
        </p:txBody>
      </p:sp>
      <p:sp>
        <p:nvSpPr>
          <p:cNvPr id="51" name="Google Shape;51;p14"/>
          <p:cNvSpPr txBox="1">
            <a:spLocks noGrp="1"/>
          </p:cNvSpPr>
          <p:nvPr>
            <p:ph type="subTitle" idx="4"/>
          </p:nvPr>
        </p:nvSpPr>
        <p:spPr>
          <a:xfrm>
            <a:off x="6095625" y="1272425"/>
            <a:ext cx="2660100" cy="492000"/>
          </a:xfrm>
          <a:prstGeom prst="rect">
            <a:avLst/>
          </a:prstGeom>
        </p:spPr>
        <p:txBody>
          <a:bodyPr spcFirstLastPara="1" wrap="square" lIns="0" tIns="0" rIns="0" bIns="0" anchor="ctr" anchorCtr="0">
            <a:noAutofit/>
          </a:bodyPr>
          <a:lstStyle>
            <a:lvl1pPr lvl="0" rtl="0">
              <a:lnSpc>
                <a:spcPct val="100000"/>
              </a:lnSpc>
              <a:spcBef>
                <a:spcPts val="0"/>
              </a:spcBef>
              <a:spcAft>
                <a:spcPts val="0"/>
              </a:spcAft>
              <a:buClr>
                <a:schemeClr val="dk2"/>
              </a:buClr>
              <a:buSzPts val="1400"/>
              <a:buFont typeface="PT Serif"/>
              <a:buNone/>
              <a:defRPr sz="1400">
                <a:solidFill>
                  <a:schemeClr val="dk2"/>
                </a:solidFill>
                <a:latin typeface="PT Serif"/>
                <a:ea typeface="PT Serif"/>
                <a:cs typeface="PT Serif"/>
                <a:sym typeface="PT Serif"/>
              </a:defRPr>
            </a:lvl1pPr>
            <a:lvl2pPr lvl="1" algn="ctr" rtl="0">
              <a:lnSpc>
                <a:spcPct val="100000"/>
              </a:lnSpc>
              <a:spcBef>
                <a:spcPts val="0"/>
              </a:spcBef>
              <a:spcAft>
                <a:spcPts val="0"/>
              </a:spcAft>
              <a:buSzPts val="1200"/>
              <a:buFont typeface="DM Sans"/>
              <a:buNone/>
              <a:defRPr sz="1200">
                <a:latin typeface="DM Sans"/>
                <a:ea typeface="DM Sans"/>
                <a:cs typeface="DM Sans"/>
                <a:sym typeface="DM Sans"/>
              </a:defRPr>
            </a:lvl2pPr>
            <a:lvl3pPr lvl="2" algn="ctr" rtl="0">
              <a:lnSpc>
                <a:spcPct val="100000"/>
              </a:lnSpc>
              <a:spcBef>
                <a:spcPts val="0"/>
              </a:spcBef>
              <a:spcAft>
                <a:spcPts val="0"/>
              </a:spcAft>
              <a:buSzPts val="1200"/>
              <a:buFont typeface="DM Sans"/>
              <a:buNone/>
              <a:defRPr sz="1200">
                <a:latin typeface="DM Sans"/>
                <a:ea typeface="DM Sans"/>
                <a:cs typeface="DM Sans"/>
                <a:sym typeface="DM Sans"/>
              </a:defRPr>
            </a:lvl3pPr>
            <a:lvl4pPr lvl="3" algn="ctr" rtl="0">
              <a:lnSpc>
                <a:spcPct val="100000"/>
              </a:lnSpc>
              <a:spcBef>
                <a:spcPts val="0"/>
              </a:spcBef>
              <a:spcAft>
                <a:spcPts val="0"/>
              </a:spcAft>
              <a:buSzPts val="1200"/>
              <a:buFont typeface="DM Sans"/>
              <a:buNone/>
              <a:defRPr sz="1200">
                <a:latin typeface="DM Sans"/>
                <a:ea typeface="DM Sans"/>
                <a:cs typeface="DM Sans"/>
                <a:sym typeface="DM Sans"/>
              </a:defRPr>
            </a:lvl4pPr>
            <a:lvl5pPr lvl="4" algn="ctr" rtl="0">
              <a:lnSpc>
                <a:spcPct val="100000"/>
              </a:lnSpc>
              <a:spcBef>
                <a:spcPts val="0"/>
              </a:spcBef>
              <a:spcAft>
                <a:spcPts val="0"/>
              </a:spcAft>
              <a:buSzPts val="1200"/>
              <a:buFont typeface="DM Sans"/>
              <a:buNone/>
              <a:defRPr sz="1200">
                <a:latin typeface="DM Sans"/>
                <a:ea typeface="DM Sans"/>
                <a:cs typeface="DM Sans"/>
                <a:sym typeface="DM Sans"/>
              </a:defRPr>
            </a:lvl5pPr>
            <a:lvl6pPr lvl="5" algn="ctr" rtl="0">
              <a:lnSpc>
                <a:spcPct val="100000"/>
              </a:lnSpc>
              <a:spcBef>
                <a:spcPts val="0"/>
              </a:spcBef>
              <a:spcAft>
                <a:spcPts val="0"/>
              </a:spcAft>
              <a:buSzPts val="1200"/>
              <a:buFont typeface="DM Sans"/>
              <a:buNone/>
              <a:defRPr sz="1200">
                <a:latin typeface="DM Sans"/>
                <a:ea typeface="DM Sans"/>
                <a:cs typeface="DM Sans"/>
                <a:sym typeface="DM Sans"/>
              </a:defRPr>
            </a:lvl6pPr>
            <a:lvl7pPr lvl="6" algn="ctr" rtl="0">
              <a:lnSpc>
                <a:spcPct val="100000"/>
              </a:lnSpc>
              <a:spcBef>
                <a:spcPts val="0"/>
              </a:spcBef>
              <a:spcAft>
                <a:spcPts val="0"/>
              </a:spcAft>
              <a:buSzPts val="1200"/>
              <a:buFont typeface="DM Sans"/>
              <a:buNone/>
              <a:defRPr sz="1200">
                <a:latin typeface="DM Sans"/>
                <a:ea typeface="DM Sans"/>
                <a:cs typeface="DM Sans"/>
                <a:sym typeface="DM Sans"/>
              </a:defRPr>
            </a:lvl7pPr>
            <a:lvl8pPr lvl="7" algn="ctr" rtl="0">
              <a:lnSpc>
                <a:spcPct val="100000"/>
              </a:lnSpc>
              <a:spcBef>
                <a:spcPts val="0"/>
              </a:spcBef>
              <a:spcAft>
                <a:spcPts val="0"/>
              </a:spcAft>
              <a:buSzPts val="1200"/>
              <a:buFont typeface="DM Sans"/>
              <a:buNone/>
              <a:defRPr sz="1200">
                <a:latin typeface="DM Sans"/>
                <a:ea typeface="DM Sans"/>
                <a:cs typeface="DM Sans"/>
                <a:sym typeface="DM Sans"/>
              </a:defRPr>
            </a:lvl8pPr>
            <a:lvl9pPr lvl="8" algn="ctr" rtl="0">
              <a:lnSpc>
                <a:spcPct val="100000"/>
              </a:lnSpc>
              <a:spcBef>
                <a:spcPts val="0"/>
              </a:spcBef>
              <a:spcAft>
                <a:spcPts val="0"/>
              </a:spcAft>
              <a:buSzPts val="1200"/>
              <a:buFont typeface="DM Sans"/>
              <a:buNone/>
              <a:defRPr sz="1200">
                <a:latin typeface="DM Sans"/>
                <a:ea typeface="DM Sans"/>
                <a:cs typeface="DM Sans"/>
                <a:sym typeface="DM Sans"/>
              </a:defRPr>
            </a:lvl9pPr>
          </a:lstStyle>
          <a:p>
            <a:endParaRPr/>
          </a:p>
        </p:txBody>
      </p:sp>
      <p:sp>
        <p:nvSpPr>
          <p:cNvPr id="52" name="Google Shape;52;p14"/>
          <p:cNvSpPr txBox="1">
            <a:spLocks noGrp="1"/>
          </p:cNvSpPr>
          <p:nvPr>
            <p:ph type="body" idx="5"/>
          </p:nvPr>
        </p:nvSpPr>
        <p:spPr>
          <a:xfrm>
            <a:off x="3203000" y="1947675"/>
            <a:ext cx="2675400" cy="2813400"/>
          </a:xfrm>
          <a:prstGeom prst="rect">
            <a:avLst/>
          </a:prstGeom>
        </p:spPr>
        <p:txBody>
          <a:bodyPr spcFirstLastPara="1" wrap="square" lIns="0" tIns="0" rIns="0" bIns="0" anchor="t" anchorCtr="0">
            <a:noAutofit/>
          </a:bodyPr>
          <a:lstStyle>
            <a:lvl1pPr marL="457200" lvl="0" indent="-292100" rtl="0">
              <a:lnSpc>
                <a:spcPct val="115000"/>
              </a:lnSpc>
              <a:spcBef>
                <a:spcPts val="0"/>
              </a:spcBef>
              <a:spcAft>
                <a:spcPts val="0"/>
              </a:spcAft>
              <a:buSzPts val="1000"/>
              <a:buFont typeface="Inter Light"/>
              <a:buChar char="●"/>
              <a:defRPr sz="1000">
                <a:latin typeface="Inter Light"/>
                <a:ea typeface="Inter Light"/>
                <a:cs typeface="Inter Light"/>
                <a:sym typeface="Inter Light"/>
              </a:defRPr>
            </a:lvl1pPr>
            <a:lvl2pPr marL="914400" lvl="1" indent="-292100" rtl="0">
              <a:lnSpc>
                <a:spcPct val="115000"/>
              </a:lnSpc>
              <a:spcBef>
                <a:spcPts val="1600"/>
              </a:spcBef>
              <a:spcAft>
                <a:spcPts val="0"/>
              </a:spcAft>
              <a:buSzPts val="1000"/>
              <a:buFont typeface="Inter Light"/>
              <a:buChar char="○"/>
              <a:defRPr sz="1000">
                <a:latin typeface="Inter Light"/>
                <a:ea typeface="Inter Light"/>
                <a:cs typeface="Inter Light"/>
                <a:sym typeface="Inter Light"/>
              </a:defRPr>
            </a:lvl2pPr>
            <a:lvl3pPr marL="1371600" lvl="2" indent="-292100" rtl="0">
              <a:lnSpc>
                <a:spcPct val="115000"/>
              </a:lnSpc>
              <a:spcBef>
                <a:spcPts val="1600"/>
              </a:spcBef>
              <a:spcAft>
                <a:spcPts val="0"/>
              </a:spcAft>
              <a:buSzPts val="1000"/>
              <a:buFont typeface="Inter Light"/>
              <a:buChar char="■"/>
              <a:defRPr sz="1000">
                <a:latin typeface="Inter Light"/>
                <a:ea typeface="Inter Light"/>
                <a:cs typeface="Inter Light"/>
                <a:sym typeface="Inter Light"/>
              </a:defRPr>
            </a:lvl3pPr>
            <a:lvl4pPr marL="1828800" lvl="3" indent="-292100" rtl="0">
              <a:lnSpc>
                <a:spcPct val="115000"/>
              </a:lnSpc>
              <a:spcBef>
                <a:spcPts val="1600"/>
              </a:spcBef>
              <a:spcAft>
                <a:spcPts val="0"/>
              </a:spcAft>
              <a:buSzPts val="1000"/>
              <a:buFont typeface="Inter Light"/>
              <a:buChar char="●"/>
              <a:defRPr sz="1000">
                <a:latin typeface="Inter Light"/>
                <a:ea typeface="Inter Light"/>
                <a:cs typeface="Inter Light"/>
                <a:sym typeface="Inter Light"/>
              </a:defRPr>
            </a:lvl4pPr>
            <a:lvl5pPr marL="2286000" lvl="4" indent="-292100" rtl="0">
              <a:lnSpc>
                <a:spcPct val="115000"/>
              </a:lnSpc>
              <a:spcBef>
                <a:spcPts val="1600"/>
              </a:spcBef>
              <a:spcAft>
                <a:spcPts val="0"/>
              </a:spcAft>
              <a:buSzPts val="1000"/>
              <a:buFont typeface="Inter Light"/>
              <a:buChar char="○"/>
              <a:defRPr sz="1000">
                <a:latin typeface="Inter Light"/>
                <a:ea typeface="Inter Light"/>
                <a:cs typeface="Inter Light"/>
                <a:sym typeface="Inter Light"/>
              </a:defRPr>
            </a:lvl5pPr>
            <a:lvl6pPr marL="2743200" lvl="5" indent="-292100" rtl="0">
              <a:lnSpc>
                <a:spcPct val="115000"/>
              </a:lnSpc>
              <a:spcBef>
                <a:spcPts val="1600"/>
              </a:spcBef>
              <a:spcAft>
                <a:spcPts val="0"/>
              </a:spcAft>
              <a:buSzPts val="1000"/>
              <a:buFont typeface="Inter Light"/>
              <a:buChar char="■"/>
              <a:defRPr sz="1000">
                <a:latin typeface="Inter Light"/>
                <a:ea typeface="Inter Light"/>
                <a:cs typeface="Inter Light"/>
                <a:sym typeface="Inter Light"/>
              </a:defRPr>
            </a:lvl6pPr>
            <a:lvl7pPr marL="3200400" lvl="6" indent="-292100" rtl="0">
              <a:lnSpc>
                <a:spcPct val="115000"/>
              </a:lnSpc>
              <a:spcBef>
                <a:spcPts val="1600"/>
              </a:spcBef>
              <a:spcAft>
                <a:spcPts val="0"/>
              </a:spcAft>
              <a:buSzPts val="1000"/>
              <a:buFont typeface="Inter Light"/>
              <a:buChar char="●"/>
              <a:defRPr sz="1000">
                <a:latin typeface="Inter Light"/>
                <a:ea typeface="Inter Light"/>
                <a:cs typeface="Inter Light"/>
                <a:sym typeface="Inter Light"/>
              </a:defRPr>
            </a:lvl7pPr>
            <a:lvl8pPr marL="3657600" lvl="7" indent="-292100" rtl="0">
              <a:lnSpc>
                <a:spcPct val="115000"/>
              </a:lnSpc>
              <a:spcBef>
                <a:spcPts val="1600"/>
              </a:spcBef>
              <a:spcAft>
                <a:spcPts val="0"/>
              </a:spcAft>
              <a:buSzPts val="1000"/>
              <a:buFont typeface="Inter Light"/>
              <a:buChar char="○"/>
              <a:defRPr sz="1000">
                <a:latin typeface="Inter Light"/>
                <a:ea typeface="Inter Light"/>
                <a:cs typeface="Inter Light"/>
                <a:sym typeface="Inter Light"/>
              </a:defRPr>
            </a:lvl8pPr>
            <a:lvl9pPr marL="4114800" lvl="8" indent="-292100" rtl="0">
              <a:lnSpc>
                <a:spcPct val="115000"/>
              </a:lnSpc>
              <a:spcBef>
                <a:spcPts val="1600"/>
              </a:spcBef>
              <a:spcAft>
                <a:spcPts val="1600"/>
              </a:spcAft>
              <a:buSzPts val="1000"/>
              <a:buFont typeface="Inter Light"/>
              <a:buChar char="■"/>
              <a:defRPr sz="1000">
                <a:latin typeface="Inter Light"/>
                <a:ea typeface="Inter Light"/>
                <a:cs typeface="Inter Light"/>
                <a:sym typeface="Inter Light"/>
              </a:defRPr>
            </a:lvl9pPr>
          </a:lstStyle>
          <a:p>
            <a:endParaRPr/>
          </a:p>
        </p:txBody>
      </p:sp>
      <p:sp>
        <p:nvSpPr>
          <p:cNvPr id="53" name="Google Shape;53;p14"/>
          <p:cNvSpPr txBox="1">
            <a:spLocks noGrp="1"/>
          </p:cNvSpPr>
          <p:nvPr>
            <p:ph type="body" idx="6"/>
          </p:nvPr>
        </p:nvSpPr>
        <p:spPr>
          <a:xfrm>
            <a:off x="6087975" y="1947675"/>
            <a:ext cx="2675400" cy="2813400"/>
          </a:xfrm>
          <a:prstGeom prst="rect">
            <a:avLst/>
          </a:prstGeom>
        </p:spPr>
        <p:txBody>
          <a:bodyPr spcFirstLastPara="1" wrap="square" lIns="0" tIns="0" rIns="0" bIns="0" anchor="t" anchorCtr="0">
            <a:noAutofit/>
          </a:bodyPr>
          <a:lstStyle>
            <a:lvl1pPr marL="457200" lvl="0" indent="-292100" rtl="0">
              <a:lnSpc>
                <a:spcPct val="115000"/>
              </a:lnSpc>
              <a:spcBef>
                <a:spcPts val="0"/>
              </a:spcBef>
              <a:spcAft>
                <a:spcPts val="0"/>
              </a:spcAft>
              <a:buSzPts val="1000"/>
              <a:buFont typeface="Inter Light"/>
              <a:buChar char="●"/>
              <a:defRPr sz="1000">
                <a:latin typeface="Inter Light"/>
                <a:ea typeface="Inter Light"/>
                <a:cs typeface="Inter Light"/>
                <a:sym typeface="Inter Light"/>
              </a:defRPr>
            </a:lvl1pPr>
            <a:lvl2pPr marL="914400" lvl="1" indent="-292100" rtl="0">
              <a:lnSpc>
                <a:spcPct val="115000"/>
              </a:lnSpc>
              <a:spcBef>
                <a:spcPts val="1600"/>
              </a:spcBef>
              <a:spcAft>
                <a:spcPts val="0"/>
              </a:spcAft>
              <a:buSzPts val="1000"/>
              <a:buFont typeface="Inter Light"/>
              <a:buChar char="○"/>
              <a:defRPr sz="1000">
                <a:latin typeface="Inter Light"/>
                <a:ea typeface="Inter Light"/>
                <a:cs typeface="Inter Light"/>
                <a:sym typeface="Inter Light"/>
              </a:defRPr>
            </a:lvl2pPr>
            <a:lvl3pPr marL="1371600" lvl="2" indent="-292100" rtl="0">
              <a:lnSpc>
                <a:spcPct val="115000"/>
              </a:lnSpc>
              <a:spcBef>
                <a:spcPts val="1600"/>
              </a:spcBef>
              <a:spcAft>
                <a:spcPts val="0"/>
              </a:spcAft>
              <a:buSzPts val="1000"/>
              <a:buFont typeface="Inter Light"/>
              <a:buChar char="■"/>
              <a:defRPr sz="1000">
                <a:latin typeface="Inter Light"/>
                <a:ea typeface="Inter Light"/>
                <a:cs typeface="Inter Light"/>
                <a:sym typeface="Inter Light"/>
              </a:defRPr>
            </a:lvl3pPr>
            <a:lvl4pPr marL="1828800" lvl="3" indent="-292100" rtl="0">
              <a:lnSpc>
                <a:spcPct val="115000"/>
              </a:lnSpc>
              <a:spcBef>
                <a:spcPts val="1600"/>
              </a:spcBef>
              <a:spcAft>
                <a:spcPts val="0"/>
              </a:spcAft>
              <a:buSzPts val="1000"/>
              <a:buFont typeface="Inter Light"/>
              <a:buChar char="●"/>
              <a:defRPr sz="1000">
                <a:latin typeface="Inter Light"/>
                <a:ea typeface="Inter Light"/>
                <a:cs typeface="Inter Light"/>
                <a:sym typeface="Inter Light"/>
              </a:defRPr>
            </a:lvl4pPr>
            <a:lvl5pPr marL="2286000" lvl="4" indent="-292100" rtl="0">
              <a:lnSpc>
                <a:spcPct val="115000"/>
              </a:lnSpc>
              <a:spcBef>
                <a:spcPts val="1600"/>
              </a:spcBef>
              <a:spcAft>
                <a:spcPts val="0"/>
              </a:spcAft>
              <a:buSzPts val="1000"/>
              <a:buFont typeface="Inter Light"/>
              <a:buChar char="○"/>
              <a:defRPr sz="1000">
                <a:latin typeface="Inter Light"/>
                <a:ea typeface="Inter Light"/>
                <a:cs typeface="Inter Light"/>
                <a:sym typeface="Inter Light"/>
              </a:defRPr>
            </a:lvl5pPr>
            <a:lvl6pPr marL="2743200" lvl="5" indent="-292100" rtl="0">
              <a:lnSpc>
                <a:spcPct val="115000"/>
              </a:lnSpc>
              <a:spcBef>
                <a:spcPts val="1600"/>
              </a:spcBef>
              <a:spcAft>
                <a:spcPts val="0"/>
              </a:spcAft>
              <a:buSzPts val="1000"/>
              <a:buFont typeface="Inter Light"/>
              <a:buChar char="■"/>
              <a:defRPr sz="1000">
                <a:latin typeface="Inter Light"/>
                <a:ea typeface="Inter Light"/>
                <a:cs typeface="Inter Light"/>
                <a:sym typeface="Inter Light"/>
              </a:defRPr>
            </a:lvl6pPr>
            <a:lvl7pPr marL="3200400" lvl="6" indent="-292100" rtl="0">
              <a:lnSpc>
                <a:spcPct val="115000"/>
              </a:lnSpc>
              <a:spcBef>
                <a:spcPts val="1600"/>
              </a:spcBef>
              <a:spcAft>
                <a:spcPts val="0"/>
              </a:spcAft>
              <a:buSzPts val="1000"/>
              <a:buFont typeface="Inter Light"/>
              <a:buChar char="●"/>
              <a:defRPr sz="1000">
                <a:latin typeface="Inter Light"/>
                <a:ea typeface="Inter Light"/>
                <a:cs typeface="Inter Light"/>
                <a:sym typeface="Inter Light"/>
              </a:defRPr>
            </a:lvl7pPr>
            <a:lvl8pPr marL="3657600" lvl="7" indent="-292100" rtl="0">
              <a:lnSpc>
                <a:spcPct val="115000"/>
              </a:lnSpc>
              <a:spcBef>
                <a:spcPts val="1600"/>
              </a:spcBef>
              <a:spcAft>
                <a:spcPts val="0"/>
              </a:spcAft>
              <a:buSzPts val="1000"/>
              <a:buFont typeface="Inter Light"/>
              <a:buChar char="○"/>
              <a:defRPr sz="1000">
                <a:latin typeface="Inter Light"/>
                <a:ea typeface="Inter Light"/>
                <a:cs typeface="Inter Light"/>
                <a:sym typeface="Inter Light"/>
              </a:defRPr>
            </a:lvl8pPr>
            <a:lvl9pPr marL="4114800" lvl="8" indent="-292100" rtl="0">
              <a:lnSpc>
                <a:spcPct val="115000"/>
              </a:lnSpc>
              <a:spcBef>
                <a:spcPts val="1600"/>
              </a:spcBef>
              <a:spcAft>
                <a:spcPts val="1600"/>
              </a:spcAft>
              <a:buSzPts val="1000"/>
              <a:buFont typeface="Inter Light"/>
              <a:buChar char="■"/>
              <a:defRPr sz="1000">
                <a:latin typeface="Inter Light"/>
                <a:ea typeface="Inter Light"/>
                <a:cs typeface="Inter Light"/>
                <a:sym typeface="Inter Light"/>
              </a:defRPr>
            </a:lvl9pPr>
          </a:lstStyle>
          <a:p>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3-up Columns – Standard 1">
  <p:cSld name="CUSTOM_3_1_1_1_1_1_1_1_1_1_1_2_1">
    <p:spTree>
      <p:nvGrpSpPr>
        <p:cNvPr id="1" name="Shape 54"/>
        <p:cNvGrpSpPr/>
        <p:nvPr/>
      </p:nvGrpSpPr>
      <p:grpSpPr>
        <a:xfrm>
          <a:off x="0" y="0"/>
          <a:ext cx="0" cy="0"/>
          <a:chOff x="0" y="0"/>
          <a:chExt cx="0" cy="0"/>
        </a:xfrm>
      </p:grpSpPr>
      <p:sp>
        <p:nvSpPr>
          <p:cNvPr id="55" name="Google Shape;55;p15"/>
          <p:cNvSpPr txBox="1">
            <a:spLocks noGrp="1"/>
          </p:cNvSpPr>
          <p:nvPr>
            <p:ph type="title"/>
          </p:nvPr>
        </p:nvSpPr>
        <p:spPr>
          <a:xfrm>
            <a:off x="388400" y="382350"/>
            <a:ext cx="4094100" cy="359700"/>
          </a:xfrm>
          <a:prstGeom prst="rect">
            <a:avLst/>
          </a:prstGeom>
        </p:spPr>
        <p:txBody>
          <a:bodyPr spcFirstLastPara="1" wrap="square" lIns="0" tIns="0" rIns="0" bIns="0" anchor="t" anchorCtr="0">
            <a:noAutofit/>
          </a:bodyPr>
          <a:lstStyle>
            <a:lvl1pPr lvl="0" rtl="0">
              <a:spcBef>
                <a:spcPts val="0"/>
              </a:spcBef>
              <a:spcAft>
                <a:spcPts val="0"/>
              </a:spcAft>
              <a:buSzPts val="1800"/>
              <a:buNone/>
              <a:defRPr sz="1800"/>
            </a:lvl1pPr>
            <a:lvl2pPr lvl="1" rtl="0">
              <a:spcBef>
                <a:spcPts val="0"/>
              </a:spcBef>
              <a:spcAft>
                <a:spcPts val="0"/>
              </a:spcAft>
              <a:buSzPts val="1400"/>
              <a:buNone/>
              <a:defRPr sz="1400">
                <a:latin typeface="DM Sans"/>
                <a:ea typeface="DM Sans"/>
                <a:cs typeface="DM Sans"/>
                <a:sym typeface="DM Sans"/>
              </a:defRPr>
            </a:lvl2pPr>
            <a:lvl3pPr lvl="2" rtl="0">
              <a:spcBef>
                <a:spcPts val="0"/>
              </a:spcBef>
              <a:spcAft>
                <a:spcPts val="0"/>
              </a:spcAft>
              <a:buSzPts val="1400"/>
              <a:buNone/>
              <a:defRPr sz="1400">
                <a:latin typeface="DM Sans"/>
                <a:ea typeface="DM Sans"/>
                <a:cs typeface="DM Sans"/>
                <a:sym typeface="DM Sans"/>
              </a:defRPr>
            </a:lvl3pPr>
            <a:lvl4pPr lvl="3" rtl="0">
              <a:spcBef>
                <a:spcPts val="0"/>
              </a:spcBef>
              <a:spcAft>
                <a:spcPts val="0"/>
              </a:spcAft>
              <a:buSzPts val="1400"/>
              <a:buNone/>
              <a:defRPr sz="1400">
                <a:latin typeface="DM Sans"/>
                <a:ea typeface="DM Sans"/>
                <a:cs typeface="DM Sans"/>
                <a:sym typeface="DM Sans"/>
              </a:defRPr>
            </a:lvl4pPr>
            <a:lvl5pPr lvl="4" rtl="0">
              <a:spcBef>
                <a:spcPts val="0"/>
              </a:spcBef>
              <a:spcAft>
                <a:spcPts val="0"/>
              </a:spcAft>
              <a:buSzPts val="1400"/>
              <a:buNone/>
              <a:defRPr sz="1400">
                <a:latin typeface="DM Sans"/>
                <a:ea typeface="DM Sans"/>
                <a:cs typeface="DM Sans"/>
                <a:sym typeface="DM Sans"/>
              </a:defRPr>
            </a:lvl5pPr>
            <a:lvl6pPr lvl="5" rtl="0">
              <a:spcBef>
                <a:spcPts val="0"/>
              </a:spcBef>
              <a:spcAft>
                <a:spcPts val="0"/>
              </a:spcAft>
              <a:buSzPts val="1400"/>
              <a:buNone/>
              <a:defRPr sz="1400">
                <a:latin typeface="DM Sans"/>
                <a:ea typeface="DM Sans"/>
                <a:cs typeface="DM Sans"/>
                <a:sym typeface="DM Sans"/>
              </a:defRPr>
            </a:lvl6pPr>
            <a:lvl7pPr lvl="6" rtl="0">
              <a:spcBef>
                <a:spcPts val="0"/>
              </a:spcBef>
              <a:spcAft>
                <a:spcPts val="0"/>
              </a:spcAft>
              <a:buSzPts val="1400"/>
              <a:buNone/>
              <a:defRPr sz="1400">
                <a:latin typeface="DM Sans"/>
                <a:ea typeface="DM Sans"/>
                <a:cs typeface="DM Sans"/>
                <a:sym typeface="DM Sans"/>
              </a:defRPr>
            </a:lvl7pPr>
            <a:lvl8pPr lvl="7" rtl="0">
              <a:spcBef>
                <a:spcPts val="0"/>
              </a:spcBef>
              <a:spcAft>
                <a:spcPts val="0"/>
              </a:spcAft>
              <a:buSzPts val="1400"/>
              <a:buNone/>
              <a:defRPr sz="1400">
                <a:latin typeface="DM Sans"/>
                <a:ea typeface="DM Sans"/>
                <a:cs typeface="DM Sans"/>
                <a:sym typeface="DM Sans"/>
              </a:defRPr>
            </a:lvl8pPr>
            <a:lvl9pPr lvl="8" rtl="0">
              <a:spcBef>
                <a:spcPts val="0"/>
              </a:spcBef>
              <a:spcAft>
                <a:spcPts val="0"/>
              </a:spcAft>
              <a:buSzPts val="1400"/>
              <a:buNone/>
              <a:defRPr sz="1400">
                <a:latin typeface="DM Sans"/>
                <a:ea typeface="DM Sans"/>
                <a:cs typeface="DM Sans"/>
                <a:sym typeface="DM Sans"/>
              </a:defRPr>
            </a:lvl9pPr>
          </a:lstStyle>
          <a:p>
            <a:endParaRPr/>
          </a:p>
        </p:txBody>
      </p:sp>
      <p:sp>
        <p:nvSpPr>
          <p:cNvPr id="56" name="Google Shape;56;p15"/>
          <p:cNvSpPr txBox="1">
            <a:spLocks noGrp="1"/>
          </p:cNvSpPr>
          <p:nvPr>
            <p:ph type="body" idx="1"/>
          </p:nvPr>
        </p:nvSpPr>
        <p:spPr>
          <a:xfrm>
            <a:off x="380725" y="1502675"/>
            <a:ext cx="2675400" cy="2813400"/>
          </a:xfrm>
          <a:prstGeom prst="rect">
            <a:avLst/>
          </a:prstGeom>
        </p:spPr>
        <p:txBody>
          <a:bodyPr spcFirstLastPara="1" wrap="square" lIns="0" tIns="0" rIns="0" bIns="0" anchor="t" anchorCtr="0">
            <a:noAutofit/>
          </a:bodyPr>
          <a:lstStyle>
            <a:lvl1pPr marL="457200" lvl="0" indent="-304800" rtl="0">
              <a:spcBef>
                <a:spcPts val="0"/>
              </a:spcBef>
              <a:spcAft>
                <a:spcPts val="0"/>
              </a:spcAft>
              <a:buSzPts val="1200"/>
              <a:buChar char="●"/>
              <a:defRPr sz="1200"/>
            </a:lvl1pPr>
            <a:lvl2pPr marL="914400" lvl="1" indent="-304800" rtl="0">
              <a:spcBef>
                <a:spcPts val="1600"/>
              </a:spcBef>
              <a:spcAft>
                <a:spcPts val="0"/>
              </a:spcAft>
              <a:buSzPts val="1200"/>
              <a:buFont typeface="DM Sans"/>
              <a:buChar char="○"/>
              <a:defRPr sz="1200">
                <a:latin typeface="DM Sans"/>
                <a:ea typeface="DM Sans"/>
                <a:cs typeface="DM Sans"/>
                <a:sym typeface="DM Sans"/>
              </a:defRPr>
            </a:lvl2pPr>
            <a:lvl3pPr marL="1371600" lvl="2" indent="-304800" rtl="0">
              <a:spcBef>
                <a:spcPts val="1600"/>
              </a:spcBef>
              <a:spcAft>
                <a:spcPts val="0"/>
              </a:spcAft>
              <a:buSzPts val="1200"/>
              <a:buFont typeface="DM Sans"/>
              <a:buChar char="■"/>
              <a:defRPr sz="1200">
                <a:latin typeface="DM Sans"/>
                <a:ea typeface="DM Sans"/>
                <a:cs typeface="DM Sans"/>
                <a:sym typeface="DM Sans"/>
              </a:defRPr>
            </a:lvl3pPr>
            <a:lvl4pPr marL="1828800" lvl="3" indent="-304800" rtl="0">
              <a:spcBef>
                <a:spcPts val="1600"/>
              </a:spcBef>
              <a:spcAft>
                <a:spcPts val="0"/>
              </a:spcAft>
              <a:buSzPts val="1200"/>
              <a:buFont typeface="DM Sans"/>
              <a:buChar char="●"/>
              <a:defRPr sz="1200">
                <a:latin typeface="DM Sans"/>
                <a:ea typeface="DM Sans"/>
                <a:cs typeface="DM Sans"/>
                <a:sym typeface="DM Sans"/>
              </a:defRPr>
            </a:lvl4pPr>
            <a:lvl5pPr marL="2286000" lvl="4" indent="-304800" rtl="0">
              <a:spcBef>
                <a:spcPts val="1600"/>
              </a:spcBef>
              <a:spcAft>
                <a:spcPts val="0"/>
              </a:spcAft>
              <a:buSzPts val="1200"/>
              <a:buFont typeface="DM Sans"/>
              <a:buChar char="○"/>
              <a:defRPr sz="1200">
                <a:latin typeface="DM Sans"/>
                <a:ea typeface="DM Sans"/>
                <a:cs typeface="DM Sans"/>
                <a:sym typeface="DM Sans"/>
              </a:defRPr>
            </a:lvl5pPr>
            <a:lvl6pPr marL="2743200" lvl="5" indent="-304800" rtl="0">
              <a:spcBef>
                <a:spcPts val="1600"/>
              </a:spcBef>
              <a:spcAft>
                <a:spcPts val="0"/>
              </a:spcAft>
              <a:buSzPts val="1200"/>
              <a:buFont typeface="DM Sans"/>
              <a:buChar char="■"/>
              <a:defRPr sz="1200">
                <a:latin typeface="DM Sans"/>
                <a:ea typeface="DM Sans"/>
                <a:cs typeface="DM Sans"/>
                <a:sym typeface="DM Sans"/>
              </a:defRPr>
            </a:lvl6pPr>
            <a:lvl7pPr marL="3200400" lvl="6" indent="-304800" rtl="0">
              <a:spcBef>
                <a:spcPts val="1600"/>
              </a:spcBef>
              <a:spcAft>
                <a:spcPts val="0"/>
              </a:spcAft>
              <a:buSzPts val="1200"/>
              <a:buFont typeface="DM Sans"/>
              <a:buChar char="●"/>
              <a:defRPr sz="1200">
                <a:latin typeface="DM Sans"/>
                <a:ea typeface="DM Sans"/>
                <a:cs typeface="DM Sans"/>
                <a:sym typeface="DM Sans"/>
              </a:defRPr>
            </a:lvl7pPr>
            <a:lvl8pPr marL="3657600" lvl="7" indent="-304800" rtl="0">
              <a:spcBef>
                <a:spcPts val="1600"/>
              </a:spcBef>
              <a:spcAft>
                <a:spcPts val="0"/>
              </a:spcAft>
              <a:buSzPts val="1200"/>
              <a:buFont typeface="DM Sans"/>
              <a:buChar char="○"/>
              <a:defRPr sz="1200">
                <a:latin typeface="DM Sans"/>
                <a:ea typeface="DM Sans"/>
                <a:cs typeface="DM Sans"/>
                <a:sym typeface="DM Sans"/>
              </a:defRPr>
            </a:lvl8pPr>
            <a:lvl9pPr marL="4114800" lvl="8" indent="-304800" rtl="0">
              <a:spcBef>
                <a:spcPts val="1600"/>
              </a:spcBef>
              <a:spcAft>
                <a:spcPts val="1600"/>
              </a:spcAft>
              <a:buSzPts val="1200"/>
              <a:buFont typeface="DM Sans"/>
              <a:buChar char="■"/>
              <a:defRPr sz="1200">
                <a:latin typeface="DM Sans"/>
                <a:ea typeface="DM Sans"/>
                <a:cs typeface="DM Sans"/>
                <a:sym typeface="DM Sans"/>
              </a:defRPr>
            </a:lvl9pPr>
          </a:lstStyle>
          <a:p>
            <a:endParaRPr/>
          </a:p>
        </p:txBody>
      </p:sp>
      <p:sp>
        <p:nvSpPr>
          <p:cNvPr id="57" name="Google Shape;57;p15"/>
          <p:cNvSpPr txBox="1">
            <a:spLocks noGrp="1"/>
          </p:cNvSpPr>
          <p:nvPr>
            <p:ph type="subTitle" idx="2"/>
          </p:nvPr>
        </p:nvSpPr>
        <p:spPr>
          <a:xfrm>
            <a:off x="380975" y="827425"/>
            <a:ext cx="2675400" cy="492000"/>
          </a:xfrm>
          <a:prstGeom prst="rect">
            <a:avLst/>
          </a:prstGeom>
        </p:spPr>
        <p:txBody>
          <a:bodyPr spcFirstLastPara="1" wrap="square" lIns="0" tIns="0" rIns="0" bIns="0" anchor="ctr" anchorCtr="0">
            <a:noAutofit/>
          </a:bodyPr>
          <a:lstStyle>
            <a:lvl1pPr lvl="0" rtl="0">
              <a:lnSpc>
                <a:spcPct val="100000"/>
              </a:lnSpc>
              <a:spcBef>
                <a:spcPts val="0"/>
              </a:spcBef>
              <a:spcAft>
                <a:spcPts val="0"/>
              </a:spcAft>
              <a:buSzPts val="1400"/>
              <a:buFont typeface="PT Serif"/>
              <a:buNone/>
              <a:defRPr sz="1400">
                <a:latin typeface="PT Serif"/>
                <a:ea typeface="PT Serif"/>
                <a:cs typeface="PT Serif"/>
                <a:sym typeface="PT Serif"/>
              </a:defRPr>
            </a:lvl1pPr>
            <a:lvl2pPr lvl="1" algn="ctr" rtl="0">
              <a:lnSpc>
                <a:spcPct val="100000"/>
              </a:lnSpc>
              <a:spcBef>
                <a:spcPts val="0"/>
              </a:spcBef>
              <a:spcAft>
                <a:spcPts val="0"/>
              </a:spcAft>
              <a:buSzPts val="1200"/>
              <a:buFont typeface="DM Sans"/>
              <a:buNone/>
              <a:defRPr sz="1200">
                <a:latin typeface="DM Sans"/>
                <a:ea typeface="DM Sans"/>
                <a:cs typeface="DM Sans"/>
                <a:sym typeface="DM Sans"/>
              </a:defRPr>
            </a:lvl2pPr>
            <a:lvl3pPr lvl="2" algn="ctr" rtl="0">
              <a:lnSpc>
                <a:spcPct val="100000"/>
              </a:lnSpc>
              <a:spcBef>
                <a:spcPts val="0"/>
              </a:spcBef>
              <a:spcAft>
                <a:spcPts val="0"/>
              </a:spcAft>
              <a:buSzPts val="1200"/>
              <a:buFont typeface="DM Sans"/>
              <a:buNone/>
              <a:defRPr sz="1200">
                <a:latin typeface="DM Sans"/>
                <a:ea typeface="DM Sans"/>
                <a:cs typeface="DM Sans"/>
                <a:sym typeface="DM Sans"/>
              </a:defRPr>
            </a:lvl3pPr>
            <a:lvl4pPr lvl="3" algn="ctr" rtl="0">
              <a:lnSpc>
                <a:spcPct val="100000"/>
              </a:lnSpc>
              <a:spcBef>
                <a:spcPts val="0"/>
              </a:spcBef>
              <a:spcAft>
                <a:spcPts val="0"/>
              </a:spcAft>
              <a:buSzPts val="1200"/>
              <a:buFont typeface="DM Sans"/>
              <a:buNone/>
              <a:defRPr sz="1200">
                <a:latin typeface="DM Sans"/>
                <a:ea typeface="DM Sans"/>
                <a:cs typeface="DM Sans"/>
                <a:sym typeface="DM Sans"/>
              </a:defRPr>
            </a:lvl4pPr>
            <a:lvl5pPr lvl="4" algn="ctr" rtl="0">
              <a:lnSpc>
                <a:spcPct val="100000"/>
              </a:lnSpc>
              <a:spcBef>
                <a:spcPts val="0"/>
              </a:spcBef>
              <a:spcAft>
                <a:spcPts val="0"/>
              </a:spcAft>
              <a:buSzPts val="1200"/>
              <a:buFont typeface="DM Sans"/>
              <a:buNone/>
              <a:defRPr sz="1200">
                <a:latin typeface="DM Sans"/>
                <a:ea typeface="DM Sans"/>
                <a:cs typeface="DM Sans"/>
                <a:sym typeface="DM Sans"/>
              </a:defRPr>
            </a:lvl5pPr>
            <a:lvl6pPr lvl="5" algn="ctr" rtl="0">
              <a:lnSpc>
                <a:spcPct val="100000"/>
              </a:lnSpc>
              <a:spcBef>
                <a:spcPts val="0"/>
              </a:spcBef>
              <a:spcAft>
                <a:spcPts val="0"/>
              </a:spcAft>
              <a:buSzPts val="1200"/>
              <a:buFont typeface="DM Sans"/>
              <a:buNone/>
              <a:defRPr sz="1200">
                <a:latin typeface="DM Sans"/>
                <a:ea typeface="DM Sans"/>
                <a:cs typeface="DM Sans"/>
                <a:sym typeface="DM Sans"/>
              </a:defRPr>
            </a:lvl6pPr>
            <a:lvl7pPr lvl="6" algn="ctr" rtl="0">
              <a:lnSpc>
                <a:spcPct val="100000"/>
              </a:lnSpc>
              <a:spcBef>
                <a:spcPts val="0"/>
              </a:spcBef>
              <a:spcAft>
                <a:spcPts val="0"/>
              </a:spcAft>
              <a:buSzPts val="1200"/>
              <a:buFont typeface="DM Sans"/>
              <a:buNone/>
              <a:defRPr sz="1200">
                <a:latin typeface="DM Sans"/>
                <a:ea typeface="DM Sans"/>
                <a:cs typeface="DM Sans"/>
                <a:sym typeface="DM Sans"/>
              </a:defRPr>
            </a:lvl7pPr>
            <a:lvl8pPr lvl="7" algn="ctr" rtl="0">
              <a:lnSpc>
                <a:spcPct val="100000"/>
              </a:lnSpc>
              <a:spcBef>
                <a:spcPts val="0"/>
              </a:spcBef>
              <a:spcAft>
                <a:spcPts val="0"/>
              </a:spcAft>
              <a:buSzPts val="1200"/>
              <a:buFont typeface="DM Sans"/>
              <a:buNone/>
              <a:defRPr sz="1200">
                <a:latin typeface="DM Sans"/>
                <a:ea typeface="DM Sans"/>
                <a:cs typeface="DM Sans"/>
                <a:sym typeface="DM Sans"/>
              </a:defRPr>
            </a:lvl8pPr>
            <a:lvl9pPr lvl="8" algn="ctr" rtl="0">
              <a:lnSpc>
                <a:spcPct val="100000"/>
              </a:lnSpc>
              <a:spcBef>
                <a:spcPts val="0"/>
              </a:spcBef>
              <a:spcAft>
                <a:spcPts val="0"/>
              </a:spcAft>
              <a:buSzPts val="1200"/>
              <a:buFont typeface="DM Sans"/>
              <a:buNone/>
              <a:defRPr sz="1200">
                <a:latin typeface="DM Sans"/>
                <a:ea typeface="DM Sans"/>
                <a:cs typeface="DM Sans"/>
                <a:sym typeface="DM Sans"/>
              </a:defRPr>
            </a:lvl9pPr>
          </a:lstStyle>
          <a:p>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1/4 White">
  <p:cSld name="CUSTOM_4">
    <p:bg>
      <p:bgPr>
        <a:solidFill>
          <a:srgbClr val="FFFFFF"/>
        </a:solidFill>
        <a:effectLst/>
      </p:bgPr>
    </p:bg>
    <p:spTree>
      <p:nvGrpSpPr>
        <p:cNvPr id="1" name="Shape 58"/>
        <p:cNvGrpSpPr/>
        <p:nvPr/>
      </p:nvGrpSpPr>
      <p:grpSpPr>
        <a:xfrm>
          <a:off x="0" y="0"/>
          <a:ext cx="0" cy="0"/>
          <a:chOff x="0" y="0"/>
          <a:chExt cx="0" cy="0"/>
        </a:xfrm>
      </p:grpSpPr>
      <p:sp>
        <p:nvSpPr>
          <p:cNvPr id="59" name="Google Shape;59;p16"/>
          <p:cNvSpPr txBox="1">
            <a:spLocks noGrp="1"/>
          </p:cNvSpPr>
          <p:nvPr>
            <p:ph type="title"/>
          </p:nvPr>
        </p:nvSpPr>
        <p:spPr>
          <a:xfrm>
            <a:off x="388400" y="382350"/>
            <a:ext cx="1682400" cy="448200"/>
          </a:xfrm>
          <a:prstGeom prst="rect">
            <a:avLst/>
          </a:prstGeom>
        </p:spPr>
        <p:txBody>
          <a:bodyPr spcFirstLastPara="1" wrap="square" lIns="0" tIns="0" rIns="0" bIns="0" anchor="t" anchorCtr="0">
            <a:noAutofit/>
          </a:bodyPr>
          <a:lstStyle>
            <a:lvl1pPr lvl="0">
              <a:spcBef>
                <a:spcPts val="0"/>
              </a:spcBef>
              <a:spcAft>
                <a:spcPts val="0"/>
              </a:spcAft>
              <a:buSzPts val="1800"/>
              <a:buNone/>
              <a:defRPr sz="1800"/>
            </a:lvl1pPr>
            <a:lvl2pPr lvl="1">
              <a:spcBef>
                <a:spcPts val="0"/>
              </a:spcBef>
              <a:spcAft>
                <a:spcPts val="0"/>
              </a:spcAft>
              <a:buSzPts val="2800"/>
              <a:buNone/>
              <a:defRPr>
                <a:latin typeface="DM Sans"/>
                <a:ea typeface="DM Sans"/>
                <a:cs typeface="DM Sans"/>
                <a:sym typeface="DM Sans"/>
              </a:defRPr>
            </a:lvl2pPr>
            <a:lvl3pPr lvl="2">
              <a:spcBef>
                <a:spcPts val="0"/>
              </a:spcBef>
              <a:spcAft>
                <a:spcPts val="0"/>
              </a:spcAft>
              <a:buSzPts val="2800"/>
              <a:buNone/>
              <a:defRPr>
                <a:latin typeface="DM Sans"/>
                <a:ea typeface="DM Sans"/>
                <a:cs typeface="DM Sans"/>
                <a:sym typeface="DM Sans"/>
              </a:defRPr>
            </a:lvl3pPr>
            <a:lvl4pPr lvl="3">
              <a:spcBef>
                <a:spcPts val="0"/>
              </a:spcBef>
              <a:spcAft>
                <a:spcPts val="0"/>
              </a:spcAft>
              <a:buSzPts val="2800"/>
              <a:buNone/>
              <a:defRPr>
                <a:latin typeface="DM Sans"/>
                <a:ea typeface="DM Sans"/>
                <a:cs typeface="DM Sans"/>
                <a:sym typeface="DM Sans"/>
              </a:defRPr>
            </a:lvl4pPr>
            <a:lvl5pPr lvl="4">
              <a:spcBef>
                <a:spcPts val="0"/>
              </a:spcBef>
              <a:spcAft>
                <a:spcPts val="0"/>
              </a:spcAft>
              <a:buSzPts val="2800"/>
              <a:buNone/>
              <a:defRPr>
                <a:latin typeface="DM Sans"/>
                <a:ea typeface="DM Sans"/>
                <a:cs typeface="DM Sans"/>
                <a:sym typeface="DM Sans"/>
              </a:defRPr>
            </a:lvl5pPr>
            <a:lvl6pPr lvl="5">
              <a:spcBef>
                <a:spcPts val="0"/>
              </a:spcBef>
              <a:spcAft>
                <a:spcPts val="0"/>
              </a:spcAft>
              <a:buSzPts val="2800"/>
              <a:buNone/>
              <a:defRPr>
                <a:latin typeface="DM Sans"/>
                <a:ea typeface="DM Sans"/>
                <a:cs typeface="DM Sans"/>
                <a:sym typeface="DM Sans"/>
              </a:defRPr>
            </a:lvl6pPr>
            <a:lvl7pPr lvl="6">
              <a:spcBef>
                <a:spcPts val="0"/>
              </a:spcBef>
              <a:spcAft>
                <a:spcPts val="0"/>
              </a:spcAft>
              <a:buSzPts val="2800"/>
              <a:buNone/>
              <a:defRPr>
                <a:latin typeface="DM Sans"/>
                <a:ea typeface="DM Sans"/>
                <a:cs typeface="DM Sans"/>
                <a:sym typeface="DM Sans"/>
              </a:defRPr>
            </a:lvl7pPr>
            <a:lvl8pPr lvl="7">
              <a:spcBef>
                <a:spcPts val="0"/>
              </a:spcBef>
              <a:spcAft>
                <a:spcPts val="0"/>
              </a:spcAft>
              <a:buSzPts val="2800"/>
              <a:buNone/>
              <a:defRPr>
                <a:latin typeface="DM Sans"/>
                <a:ea typeface="DM Sans"/>
                <a:cs typeface="DM Sans"/>
                <a:sym typeface="DM Sans"/>
              </a:defRPr>
            </a:lvl8pPr>
            <a:lvl9pPr lvl="8">
              <a:spcBef>
                <a:spcPts val="0"/>
              </a:spcBef>
              <a:spcAft>
                <a:spcPts val="0"/>
              </a:spcAft>
              <a:buSzPts val="2800"/>
              <a:buNone/>
              <a:defRPr>
                <a:latin typeface="DM Sans"/>
                <a:ea typeface="DM Sans"/>
                <a:cs typeface="DM Sans"/>
                <a:sym typeface="DM Sans"/>
              </a:defRPr>
            </a:lvl9pPr>
          </a:lstStyle>
          <a:p>
            <a:endParaRPr/>
          </a:p>
        </p:txBody>
      </p:sp>
      <p:sp>
        <p:nvSpPr>
          <p:cNvPr id="60" name="Google Shape;60;p16"/>
          <p:cNvSpPr/>
          <p:nvPr/>
        </p:nvSpPr>
        <p:spPr>
          <a:xfrm>
            <a:off x="2356100" y="0"/>
            <a:ext cx="6787800" cy="5151600"/>
          </a:xfrm>
          <a:prstGeom prst="rect">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 name="Google Shape;61;p16"/>
          <p:cNvSpPr txBox="1">
            <a:spLocks noGrp="1"/>
          </p:cNvSpPr>
          <p:nvPr>
            <p:ph type="body" idx="1"/>
          </p:nvPr>
        </p:nvSpPr>
        <p:spPr>
          <a:xfrm>
            <a:off x="384048" y="941832"/>
            <a:ext cx="1682400" cy="667500"/>
          </a:xfrm>
          <a:prstGeom prst="rect">
            <a:avLst/>
          </a:prstGeom>
        </p:spPr>
        <p:txBody>
          <a:bodyPr spcFirstLastPara="1" wrap="square" lIns="0" tIns="0" rIns="0" bIns="0" anchor="t" anchorCtr="0">
            <a:noAutofit/>
          </a:bodyPr>
          <a:lstStyle>
            <a:lvl1pPr marL="457200" lvl="0" indent="-279400">
              <a:lnSpc>
                <a:spcPct val="115000"/>
              </a:lnSpc>
              <a:spcBef>
                <a:spcPts val="0"/>
              </a:spcBef>
              <a:spcAft>
                <a:spcPts val="0"/>
              </a:spcAft>
              <a:buSzPts val="800"/>
              <a:buChar char="●"/>
              <a:defRPr sz="800"/>
            </a:lvl1pPr>
            <a:lvl2pPr marL="914400" lvl="1" indent="-279400">
              <a:lnSpc>
                <a:spcPct val="115000"/>
              </a:lnSpc>
              <a:spcBef>
                <a:spcPts val="1600"/>
              </a:spcBef>
              <a:spcAft>
                <a:spcPts val="0"/>
              </a:spcAft>
              <a:buSzPts val="800"/>
              <a:buChar char="○"/>
              <a:defRPr sz="800"/>
            </a:lvl2pPr>
            <a:lvl3pPr marL="1371600" lvl="2" indent="-279400">
              <a:lnSpc>
                <a:spcPct val="115000"/>
              </a:lnSpc>
              <a:spcBef>
                <a:spcPts val="1600"/>
              </a:spcBef>
              <a:spcAft>
                <a:spcPts val="0"/>
              </a:spcAft>
              <a:buSzPts val="800"/>
              <a:buFont typeface="Lustria"/>
              <a:buChar char="■"/>
              <a:defRPr sz="800">
                <a:latin typeface="Lustria"/>
                <a:ea typeface="Lustria"/>
                <a:cs typeface="Lustria"/>
                <a:sym typeface="Lustria"/>
              </a:defRPr>
            </a:lvl3pPr>
            <a:lvl4pPr marL="1828800" lvl="3" indent="-279400">
              <a:lnSpc>
                <a:spcPct val="115000"/>
              </a:lnSpc>
              <a:spcBef>
                <a:spcPts val="1600"/>
              </a:spcBef>
              <a:spcAft>
                <a:spcPts val="0"/>
              </a:spcAft>
              <a:buSzPts val="800"/>
              <a:buFont typeface="Lustria"/>
              <a:buChar char="●"/>
              <a:defRPr sz="800">
                <a:latin typeface="Lustria"/>
                <a:ea typeface="Lustria"/>
                <a:cs typeface="Lustria"/>
                <a:sym typeface="Lustria"/>
              </a:defRPr>
            </a:lvl4pPr>
            <a:lvl5pPr marL="2286000" lvl="4" indent="-279400">
              <a:lnSpc>
                <a:spcPct val="115000"/>
              </a:lnSpc>
              <a:spcBef>
                <a:spcPts val="1600"/>
              </a:spcBef>
              <a:spcAft>
                <a:spcPts val="0"/>
              </a:spcAft>
              <a:buSzPts val="800"/>
              <a:buFont typeface="Lustria"/>
              <a:buChar char="○"/>
              <a:defRPr sz="800">
                <a:latin typeface="Lustria"/>
                <a:ea typeface="Lustria"/>
                <a:cs typeface="Lustria"/>
                <a:sym typeface="Lustria"/>
              </a:defRPr>
            </a:lvl5pPr>
            <a:lvl6pPr marL="2743200" lvl="5" indent="-279400">
              <a:lnSpc>
                <a:spcPct val="115000"/>
              </a:lnSpc>
              <a:spcBef>
                <a:spcPts val="1600"/>
              </a:spcBef>
              <a:spcAft>
                <a:spcPts val="0"/>
              </a:spcAft>
              <a:buSzPts val="800"/>
              <a:buFont typeface="Lustria"/>
              <a:buChar char="■"/>
              <a:defRPr sz="800">
                <a:latin typeface="Lustria"/>
                <a:ea typeface="Lustria"/>
                <a:cs typeface="Lustria"/>
                <a:sym typeface="Lustria"/>
              </a:defRPr>
            </a:lvl6pPr>
            <a:lvl7pPr marL="3200400" lvl="6" indent="-279400">
              <a:lnSpc>
                <a:spcPct val="115000"/>
              </a:lnSpc>
              <a:spcBef>
                <a:spcPts val="1600"/>
              </a:spcBef>
              <a:spcAft>
                <a:spcPts val="0"/>
              </a:spcAft>
              <a:buSzPts val="800"/>
              <a:buFont typeface="Lustria"/>
              <a:buChar char="●"/>
              <a:defRPr sz="800">
                <a:latin typeface="Lustria"/>
                <a:ea typeface="Lustria"/>
                <a:cs typeface="Lustria"/>
                <a:sym typeface="Lustria"/>
              </a:defRPr>
            </a:lvl7pPr>
            <a:lvl8pPr marL="3657600" lvl="7" indent="-279400">
              <a:lnSpc>
                <a:spcPct val="115000"/>
              </a:lnSpc>
              <a:spcBef>
                <a:spcPts val="1600"/>
              </a:spcBef>
              <a:spcAft>
                <a:spcPts val="0"/>
              </a:spcAft>
              <a:buSzPts val="800"/>
              <a:buFont typeface="Lustria"/>
              <a:buChar char="○"/>
              <a:defRPr sz="800">
                <a:latin typeface="Lustria"/>
                <a:ea typeface="Lustria"/>
                <a:cs typeface="Lustria"/>
                <a:sym typeface="Lustria"/>
              </a:defRPr>
            </a:lvl8pPr>
            <a:lvl9pPr marL="4114800" lvl="8" indent="-279400">
              <a:lnSpc>
                <a:spcPct val="115000"/>
              </a:lnSpc>
              <a:spcBef>
                <a:spcPts val="1600"/>
              </a:spcBef>
              <a:spcAft>
                <a:spcPts val="1600"/>
              </a:spcAft>
              <a:buSzPts val="800"/>
              <a:buFont typeface="Lustria"/>
              <a:buChar char="■"/>
              <a:defRPr sz="800">
                <a:latin typeface="Lustria"/>
                <a:ea typeface="Lustria"/>
                <a:cs typeface="Lustria"/>
                <a:sym typeface="Lustria"/>
              </a:defRPr>
            </a:lvl9pPr>
          </a:lstStyle>
          <a:p>
            <a:endParaRPr/>
          </a:p>
        </p:txBody>
      </p:sp>
      <p:sp>
        <p:nvSpPr>
          <p:cNvPr id="62" name="Google Shape;62;p16"/>
          <p:cNvSpPr txBox="1">
            <a:spLocks noGrp="1"/>
          </p:cNvSpPr>
          <p:nvPr>
            <p:ph type="body" idx="2"/>
          </p:nvPr>
        </p:nvSpPr>
        <p:spPr>
          <a:xfrm>
            <a:off x="388398" y="2048256"/>
            <a:ext cx="1682400" cy="2715900"/>
          </a:xfrm>
          <a:prstGeom prst="rect">
            <a:avLst/>
          </a:prstGeom>
        </p:spPr>
        <p:txBody>
          <a:bodyPr spcFirstLastPara="1" wrap="square" lIns="0" tIns="0" rIns="0" bIns="0" anchor="t" anchorCtr="0">
            <a:noAutofit/>
          </a:bodyPr>
          <a:lstStyle>
            <a:lvl1pPr marL="457200" lvl="0" indent="-279400" rtl="0">
              <a:lnSpc>
                <a:spcPct val="115000"/>
              </a:lnSpc>
              <a:spcBef>
                <a:spcPts val="0"/>
              </a:spcBef>
              <a:spcAft>
                <a:spcPts val="0"/>
              </a:spcAft>
              <a:buSzPts val="800"/>
              <a:buChar char="●"/>
              <a:defRPr sz="800"/>
            </a:lvl1pPr>
            <a:lvl2pPr marL="914400" lvl="1" indent="-279400" rtl="0">
              <a:lnSpc>
                <a:spcPct val="115000"/>
              </a:lnSpc>
              <a:spcBef>
                <a:spcPts val="1600"/>
              </a:spcBef>
              <a:spcAft>
                <a:spcPts val="0"/>
              </a:spcAft>
              <a:buSzPts val="800"/>
              <a:buFont typeface="DM Sans"/>
              <a:buChar char="○"/>
              <a:defRPr sz="800">
                <a:latin typeface="DM Sans"/>
                <a:ea typeface="DM Sans"/>
                <a:cs typeface="DM Sans"/>
                <a:sym typeface="DM Sans"/>
              </a:defRPr>
            </a:lvl2pPr>
            <a:lvl3pPr marL="1371600" lvl="2" indent="-279400" rtl="0">
              <a:lnSpc>
                <a:spcPct val="115000"/>
              </a:lnSpc>
              <a:spcBef>
                <a:spcPts val="1600"/>
              </a:spcBef>
              <a:spcAft>
                <a:spcPts val="0"/>
              </a:spcAft>
              <a:buSzPts val="800"/>
              <a:buFont typeface="Lustria"/>
              <a:buChar char="■"/>
              <a:defRPr sz="800">
                <a:latin typeface="Lustria"/>
                <a:ea typeface="Lustria"/>
                <a:cs typeface="Lustria"/>
                <a:sym typeface="Lustria"/>
              </a:defRPr>
            </a:lvl3pPr>
            <a:lvl4pPr marL="1828800" lvl="3" indent="-279400" rtl="0">
              <a:lnSpc>
                <a:spcPct val="115000"/>
              </a:lnSpc>
              <a:spcBef>
                <a:spcPts val="1600"/>
              </a:spcBef>
              <a:spcAft>
                <a:spcPts val="0"/>
              </a:spcAft>
              <a:buSzPts val="800"/>
              <a:buFont typeface="Lustria"/>
              <a:buChar char="●"/>
              <a:defRPr sz="800">
                <a:latin typeface="Lustria"/>
                <a:ea typeface="Lustria"/>
                <a:cs typeface="Lustria"/>
                <a:sym typeface="Lustria"/>
              </a:defRPr>
            </a:lvl4pPr>
            <a:lvl5pPr marL="2286000" lvl="4" indent="-279400" rtl="0">
              <a:lnSpc>
                <a:spcPct val="115000"/>
              </a:lnSpc>
              <a:spcBef>
                <a:spcPts val="1600"/>
              </a:spcBef>
              <a:spcAft>
                <a:spcPts val="0"/>
              </a:spcAft>
              <a:buSzPts val="800"/>
              <a:buFont typeface="Lustria"/>
              <a:buChar char="○"/>
              <a:defRPr sz="800">
                <a:latin typeface="Lustria"/>
                <a:ea typeface="Lustria"/>
                <a:cs typeface="Lustria"/>
                <a:sym typeface="Lustria"/>
              </a:defRPr>
            </a:lvl5pPr>
            <a:lvl6pPr marL="2743200" lvl="5" indent="-279400" rtl="0">
              <a:lnSpc>
                <a:spcPct val="115000"/>
              </a:lnSpc>
              <a:spcBef>
                <a:spcPts val="1600"/>
              </a:spcBef>
              <a:spcAft>
                <a:spcPts val="0"/>
              </a:spcAft>
              <a:buSzPts val="800"/>
              <a:buFont typeface="Lustria"/>
              <a:buChar char="■"/>
              <a:defRPr sz="800">
                <a:latin typeface="Lustria"/>
                <a:ea typeface="Lustria"/>
                <a:cs typeface="Lustria"/>
                <a:sym typeface="Lustria"/>
              </a:defRPr>
            </a:lvl6pPr>
            <a:lvl7pPr marL="3200400" lvl="6" indent="-279400" rtl="0">
              <a:lnSpc>
                <a:spcPct val="115000"/>
              </a:lnSpc>
              <a:spcBef>
                <a:spcPts val="1600"/>
              </a:spcBef>
              <a:spcAft>
                <a:spcPts val="0"/>
              </a:spcAft>
              <a:buSzPts val="800"/>
              <a:buFont typeface="Lustria"/>
              <a:buChar char="●"/>
              <a:defRPr sz="800">
                <a:latin typeface="Lustria"/>
                <a:ea typeface="Lustria"/>
                <a:cs typeface="Lustria"/>
                <a:sym typeface="Lustria"/>
              </a:defRPr>
            </a:lvl7pPr>
            <a:lvl8pPr marL="3657600" lvl="7" indent="-279400" rtl="0">
              <a:lnSpc>
                <a:spcPct val="115000"/>
              </a:lnSpc>
              <a:spcBef>
                <a:spcPts val="1600"/>
              </a:spcBef>
              <a:spcAft>
                <a:spcPts val="0"/>
              </a:spcAft>
              <a:buSzPts val="800"/>
              <a:buFont typeface="Lustria"/>
              <a:buChar char="○"/>
              <a:defRPr sz="800">
                <a:latin typeface="Lustria"/>
                <a:ea typeface="Lustria"/>
                <a:cs typeface="Lustria"/>
                <a:sym typeface="Lustria"/>
              </a:defRPr>
            </a:lvl8pPr>
            <a:lvl9pPr marL="4114800" lvl="8" indent="-279400" rtl="0">
              <a:lnSpc>
                <a:spcPct val="115000"/>
              </a:lnSpc>
              <a:spcBef>
                <a:spcPts val="1600"/>
              </a:spcBef>
              <a:spcAft>
                <a:spcPts val="1600"/>
              </a:spcAft>
              <a:buSzPts val="800"/>
              <a:buFont typeface="Lustria"/>
              <a:buChar char="■"/>
              <a:defRPr sz="800">
                <a:latin typeface="Lustria"/>
                <a:ea typeface="Lustria"/>
                <a:cs typeface="Lustria"/>
                <a:sym typeface="Lustria"/>
              </a:defRPr>
            </a:lvl9pPr>
          </a:lstStyle>
          <a:p>
            <a:endParaRPr/>
          </a:p>
        </p:txBody>
      </p:sp>
      <p:sp>
        <p:nvSpPr>
          <p:cNvPr id="63" name="Google Shape;63;p16"/>
          <p:cNvSpPr txBox="1">
            <a:spLocks noGrp="1"/>
          </p:cNvSpPr>
          <p:nvPr>
            <p:ph type="title" idx="3"/>
          </p:nvPr>
        </p:nvSpPr>
        <p:spPr>
          <a:xfrm>
            <a:off x="384048" y="1709928"/>
            <a:ext cx="1682400" cy="228600"/>
          </a:xfrm>
          <a:prstGeom prst="rect">
            <a:avLst/>
          </a:prstGeom>
        </p:spPr>
        <p:txBody>
          <a:bodyPr spcFirstLastPara="1" wrap="square" lIns="0" tIns="0" rIns="0" bIns="0" anchor="t" anchorCtr="0">
            <a:noAutofit/>
          </a:bodyPr>
          <a:lstStyle>
            <a:lvl1pPr lvl="0">
              <a:spcBef>
                <a:spcPts val="0"/>
              </a:spcBef>
              <a:spcAft>
                <a:spcPts val="0"/>
              </a:spcAft>
              <a:buSzPts val="800"/>
              <a:buNone/>
              <a:defRPr sz="800"/>
            </a:lvl1pPr>
            <a:lvl2pPr lvl="1">
              <a:spcBef>
                <a:spcPts val="0"/>
              </a:spcBef>
              <a:spcAft>
                <a:spcPts val="0"/>
              </a:spcAft>
              <a:buSzPts val="2800"/>
              <a:buNone/>
              <a:defRPr>
                <a:latin typeface="DM Sans"/>
                <a:ea typeface="DM Sans"/>
                <a:cs typeface="DM Sans"/>
                <a:sym typeface="DM Sans"/>
              </a:defRPr>
            </a:lvl2pPr>
            <a:lvl3pPr lvl="2">
              <a:spcBef>
                <a:spcPts val="0"/>
              </a:spcBef>
              <a:spcAft>
                <a:spcPts val="0"/>
              </a:spcAft>
              <a:buSzPts val="2800"/>
              <a:buNone/>
              <a:defRPr>
                <a:latin typeface="DM Sans"/>
                <a:ea typeface="DM Sans"/>
                <a:cs typeface="DM Sans"/>
                <a:sym typeface="DM Sans"/>
              </a:defRPr>
            </a:lvl3pPr>
            <a:lvl4pPr lvl="3">
              <a:spcBef>
                <a:spcPts val="0"/>
              </a:spcBef>
              <a:spcAft>
                <a:spcPts val="0"/>
              </a:spcAft>
              <a:buSzPts val="2800"/>
              <a:buNone/>
              <a:defRPr>
                <a:latin typeface="DM Sans"/>
                <a:ea typeface="DM Sans"/>
                <a:cs typeface="DM Sans"/>
                <a:sym typeface="DM Sans"/>
              </a:defRPr>
            </a:lvl4pPr>
            <a:lvl5pPr lvl="4">
              <a:spcBef>
                <a:spcPts val="0"/>
              </a:spcBef>
              <a:spcAft>
                <a:spcPts val="0"/>
              </a:spcAft>
              <a:buSzPts val="2800"/>
              <a:buNone/>
              <a:defRPr>
                <a:latin typeface="DM Sans"/>
                <a:ea typeface="DM Sans"/>
                <a:cs typeface="DM Sans"/>
                <a:sym typeface="DM Sans"/>
              </a:defRPr>
            </a:lvl5pPr>
            <a:lvl6pPr lvl="5">
              <a:spcBef>
                <a:spcPts val="0"/>
              </a:spcBef>
              <a:spcAft>
                <a:spcPts val="0"/>
              </a:spcAft>
              <a:buSzPts val="2800"/>
              <a:buNone/>
              <a:defRPr>
                <a:latin typeface="DM Sans"/>
                <a:ea typeface="DM Sans"/>
                <a:cs typeface="DM Sans"/>
                <a:sym typeface="DM Sans"/>
              </a:defRPr>
            </a:lvl6pPr>
            <a:lvl7pPr lvl="6">
              <a:spcBef>
                <a:spcPts val="0"/>
              </a:spcBef>
              <a:spcAft>
                <a:spcPts val="0"/>
              </a:spcAft>
              <a:buSzPts val="2800"/>
              <a:buNone/>
              <a:defRPr>
                <a:latin typeface="DM Sans"/>
                <a:ea typeface="DM Sans"/>
                <a:cs typeface="DM Sans"/>
                <a:sym typeface="DM Sans"/>
              </a:defRPr>
            </a:lvl7pPr>
            <a:lvl8pPr lvl="7">
              <a:spcBef>
                <a:spcPts val="0"/>
              </a:spcBef>
              <a:spcAft>
                <a:spcPts val="0"/>
              </a:spcAft>
              <a:buSzPts val="2800"/>
              <a:buNone/>
              <a:defRPr>
                <a:latin typeface="DM Sans"/>
                <a:ea typeface="DM Sans"/>
                <a:cs typeface="DM Sans"/>
                <a:sym typeface="DM Sans"/>
              </a:defRPr>
            </a:lvl8pPr>
            <a:lvl9pPr lvl="8">
              <a:spcBef>
                <a:spcPts val="0"/>
              </a:spcBef>
              <a:spcAft>
                <a:spcPts val="0"/>
              </a:spcAft>
              <a:buSzPts val="2800"/>
              <a:buNone/>
              <a:defRPr>
                <a:latin typeface="DM Sans"/>
                <a:ea typeface="DM Sans"/>
                <a:cs typeface="DM Sans"/>
                <a:sym typeface="DM Sans"/>
              </a:defRPr>
            </a:lvl9pPr>
          </a:lstStyle>
          <a:p>
            <a:endParaRPr/>
          </a:p>
        </p:txBody>
      </p:sp>
      <p:sp>
        <p:nvSpPr>
          <p:cNvPr id="64" name="Google Shape;64;p16"/>
          <p:cNvSpPr txBox="1"/>
          <p:nvPr/>
        </p:nvSpPr>
        <p:spPr>
          <a:xfrm>
            <a:off x="8040400" y="4759650"/>
            <a:ext cx="715200" cy="385500"/>
          </a:xfrm>
          <a:prstGeom prst="rect">
            <a:avLst/>
          </a:prstGeom>
          <a:noFill/>
          <a:ln>
            <a:noFill/>
          </a:ln>
        </p:spPr>
        <p:txBody>
          <a:bodyPr spcFirstLastPara="1" wrap="square" lIns="0" tIns="0" rIns="0" bIns="0" anchor="ctr" anchorCtr="0">
            <a:noAutofit/>
          </a:bodyPr>
          <a:lstStyle/>
          <a:p>
            <a:pPr marL="0" lvl="0" indent="0" algn="r" rtl="0">
              <a:spcBef>
                <a:spcPts val="0"/>
              </a:spcBef>
              <a:spcAft>
                <a:spcPts val="0"/>
              </a:spcAft>
              <a:buNone/>
            </a:pPr>
            <a:r>
              <a:rPr lang="en" sz="700">
                <a:solidFill>
                  <a:srgbClr val="777777"/>
                </a:solidFill>
                <a:latin typeface="Roboto Mono"/>
                <a:ea typeface="Roboto Mono"/>
                <a:cs typeface="Roboto Mono"/>
                <a:sym typeface="Roboto Mono"/>
              </a:rPr>
              <a:t>Page </a:t>
            </a:r>
            <a:fld id="{00000000-1234-1234-1234-123412341234}" type="slidenum">
              <a:rPr lang="en" sz="700">
                <a:solidFill>
                  <a:srgbClr val="777777"/>
                </a:solidFill>
                <a:latin typeface="Roboto Mono"/>
                <a:ea typeface="Roboto Mono"/>
                <a:cs typeface="Roboto Mono"/>
                <a:sym typeface="Roboto Mono"/>
              </a:rPr>
              <a:t>‹#›</a:t>
            </a:fld>
            <a:endParaRPr sz="700">
              <a:solidFill>
                <a:srgbClr val="777777"/>
              </a:solidFill>
              <a:latin typeface="Roboto Mono"/>
              <a:ea typeface="Roboto Mono"/>
              <a:cs typeface="Roboto Mono"/>
              <a:sym typeface="Roboto Mono"/>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1/4 Gray">
  <p:cSld name="CUSTOM_4_1">
    <p:bg>
      <p:bgPr>
        <a:solidFill>
          <a:srgbClr val="FFFFFF"/>
        </a:solidFill>
        <a:effectLst/>
      </p:bgPr>
    </p:bg>
    <p:spTree>
      <p:nvGrpSpPr>
        <p:cNvPr id="1" name="Shape 65"/>
        <p:cNvGrpSpPr/>
        <p:nvPr/>
      </p:nvGrpSpPr>
      <p:grpSpPr>
        <a:xfrm>
          <a:off x="0" y="0"/>
          <a:ext cx="0" cy="0"/>
          <a:chOff x="0" y="0"/>
          <a:chExt cx="0" cy="0"/>
        </a:xfrm>
      </p:grpSpPr>
      <p:sp>
        <p:nvSpPr>
          <p:cNvPr id="66" name="Google Shape;66;p17"/>
          <p:cNvSpPr/>
          <p:nvPr/>
        </p:nvSpPr>
        <p:spPr>
          <a:xfrm flipH="1">
            <a:off x="-100" y="0"/>
            <a:ext cx="2356200" cy="5151600"/>
          </a:xfrm>
          <a:prstGeom prst="rect">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 name="Google Shape;67;p17"/>
          <p:cNvSpPr txBox="1">
            <a:spLocks noGrp="1"/>
          </p:cNvSpPr>
          <p:nvPr>
            <p:ph type="title"/>
          </p:nvPr>
        </p:nvSpPr>
        <p:spPr>
          <a:xfrm>
            <a:off x="388400" y="382350"/>
            <a:ext cx="1682400" cy="448200"/>
          </a:xfrm>
          <a:prstGeom prst="rect">
            <a:avLst/>
          </a:prstGeom>
        </p:spPr>
        <p:txBody>
          <a:bodyPr spcFirstLastPara="1" wrap="square" lIns="0" tIns="0" rIns="0" bIns="0" anchor="t" anchorCtr="0">
            <a:noAutofit/>
          </a:bodyPr>
          <a:lstStyle>
            <a:lvl1pPr lvl="0" rtl="0">
              <a:spcBef>
                <a:spcPts val="0"/>
              </a:spcBef>
              <a:spcAft>
                <a:spcPts val="0"/>
              </a:spcAft>
              <a:buSzPts val="1800"/>
              <a:buNone/>
              <a:defRPr sz="1800"/>
            </a:lvl1pPr>
            <a:lvl2pPr lvl="1" rtl="0">
              <a:spcBef>
                <a:spcPts val="0"/>
              </a:spcBef>
              <a:spcAft>
                <a:spcPts val="0"/>
              </a:spcAft>
              <a:buSzPts val="2800"/>
              <a:buNone/>
              <a:defRPr>
                <a:latin typeface="DM Sans"/>
                <a:ea typeface="DM Sans"/>
                <a:cs typeface="DM Sans"/>
                <a:sym typeface="DM Sans"/>
              </a:defRPr>
            </a:lvl2pPr>
            <a:lvl3pPr lvl="2" rtl="0">
              <a:spcBef>
                <a:spcPts val="0"/>
              </a:spcBef>
              <a:spcAft>
                <a:spcPts val="0"/>
              </a:spcAft>
              <a:buSzPts val="2800"/>
              <a:buNone/>
              <a:defRPr>
                <a:latin typeface="DM Sans"/>
                <a:ea typeface="DM Sans"/>
                <a:cs typeface="DM Sans"/>
                <a:sym typeface="DM Sans"/>
              </a:defRPr>
            </a:lvl3pPr>
            <a:lvl4pPr lvl="3" rtl="0">
              <a:spcBef>
                <a:spcPts val="0"/>
              </a:spcBef>
              <a:spcAft>
                <a:spcPts val="0"/>
              </a:spcAft>
              <a:buSzPts val="2800"/>
              <a:buNone/>
              <a:defRPr>
                <a:latin typeface="DM Sans"/>
                <a:ea typeface="DM Sans"/>
                <a:cs typeface="DM Sans"/>
                <a:sym typeface="DM Sans"/>
              </a:defRPr>
            </a:lvl4pPr>
            <a:lvl5pPr lvl="4" rtl="0">
              <a:spcBef>
                <a:spcPts val="0"/>
              </a:spcBef>
              <a:spcAft>
                <a:spcPts val="0"/>
              </a:spcAft>
              <a:buSzPts val="2800"/>
              <a:buNone/>
              <a:defRPr>
                <a:latin typeface="DM Sans"/>
                <a:ea typeface="DM Sans"/>
                <a:cs typeface="DM Sans"/>
                <a:sym typeface="DM Sans"/>
              </a:defRPr>
            </a:lvl5pPr>
            <a:lvl6pPr lvl="5" rtl="0">
              <a:spcBef>
                <a:spcPts val="0"/>
              </a:spcBef>
              <a:spcAft>
                <a:spcPts val="0"/>
              </a:spcAft>
              <a:buSzPts val="2800"/>
              <a:buNone/>
              <a:defRPr>
                <a:latin typeface="DM Sans"/>
                <a:ea typeface="DM Sans"/>
                <a:cs typeface="DM Sans"/>
                <a:sym typeface="DM Sans"/>
              </a:defRPr>
            </a:lvl6pPr>
            <a:lvl7pPr lvl="6" rtl="0">
              <a:spcBef>
                <a:spcPts val="0"/>
              </a:spcBef>
              <a:spcAft>
                <a:spcPts val="0"/>
              </a:spcAft>
              <a:buSzPts val="2800"/>
              <a:buNone/>
              <a:defRPr>
                <a:latin typeface="DM Sans"/>
                <a:ea typeface="DM Sans"/>
                <a:cs typeface="DM Sans"/>
                <a:sym typeface="DM Sans"/>
              </a:defRPr>
            </a:lvl7pPr>
            <a:lvl8pPr lvl="7" rtl="0">
              <a:spcBef>
                <a:spcPts val="0"/>
              </a:spcBef>
              <a:spcAft>
                <a:spcPts val="0"/>
              </a:spcAft>
              <a:buSzPts val="2800"/>
              <a:buNone/>
              <a:defRPr>
                <a:latin typeface="DM Sans"/>
                <a:ea typeface="DM Sans"/>
                <a:cs typeface="DM Sans"/>
                <a:sym typeface="DM Sans"/>
              </a:defRPr>
            </a:lvl8pPr>
            <a:lvl9pPr lvl="8" rtl="0">
              <a:spcBef>
                <a:spcPts val="0"/>
              </a:spcBef>
              <a:spcAft>
                <a:spcPts val="0"/>
              </a:spcAft>
              <a:buSzPts val="2800"/>
              <a:buNone/>
              <a:defRPr>
                <a:latin typeface="DM Sans"/>
                <a:ea typeface="DM Sans"/>
                <a:cs typeface="DM Sans"/>
                <a:sym typeface="DM Sans"/>
              </a:defRPr>
            </a:lvl9pPr>
          </a:lstStyle>
          <a:p>
            <a:endParaRPr/>
          </a:p>
        </p:txBody>
      </p:sp>
      <p:sp>
        <p:nvSpPr>
          <p:cNvPr id="68" name="Google Shape;68;p17"/>
          <p:cNvSpPr txBox="1">
            <a:spLocks noGrp="1"/>
          </p:cNvSpPr>
          <p:nvPr>
            <p:ph type="body" idx="1"/>
          </p:nvPr>
        </p:nvSpPr>
        <p:spPr>
          <a:xfrm>
            <a:off x="384050" y="941789"/>
            <a:ext cx="1682400" cy="4095300"/>
          </a:xfrm>
          <a:prstGeom prst="rect">
            <a:avLst/>
          </a:prstGeom>
        </p:spPr>
        <p:txBody>
          <a:bodyPr spcFirstLastPara="1" wrap="square" lIns="0" tIns="0" rIns="0" bIns="0" anchor="t" anchorCtr="0">
            <a:noAutofit/>
          </a:bodyPr>
          <a:lstStyle>
            <a:lvl1pPr marL="457200" lvl="0" indent="-279400" rtl="0">
              <a:lnSpc>
                <a:spcPct val="115000"/>
              </a:lnSpc>
              <a:spcBef>
                <a:spcPts val="0"/>
              </a:spcBef>
              <a:spcAft>
                <a:spcPts val="0"/>
              </a:spcAft>
              <a:buSzPts val="800"/>
              <a:buChar char="●"/>
              <a:defRPr sz="800"/>
            </a:lvl1pPr>
            <a:lvl2pPr marL="914400" lvl="1" indent="-279400" rtl="0">
              <a:lnSpc>
                <a:spcPct val="115000"/>
              </a:lnSpc>
              <a:spcBef>
                <a:spcPts val="1600"/>
              </a:spcBef>
              <a:spcAft>
                <a:spcPts val="0"/>
              </a:spcAft>
              <a:buSzPts val="800"/>
              <a:buChar char="○"/>
              <a:defRPr sz="800"/>
            </a:lvl2pPr>
            <a:lvl3pPr marL="1371600" lvl="2" indent="-279400" rtl="0">
              <a:lnSpc>
                <a:spcPct val="115000"/>
              </a:lnSpc>
              <a:spcBef>
                <a:spcPts val="1600"/>
              </a:spcBef>
              <a:spcAft>
                <a:spcPts val="0"/>
              </a:spcAft>
              <a:buSzPts val="800"/>
              <a:buFont typeface="Lustria"/>
              <a:buChar char="■"/>
              <a:defRPr sz="800">
                <a:latin typeface="Lustria"/>
                <a:ea typeface="Lustria"/>
                <a:cs typeface="Lustria"/>
                <a:sym typeface="Lustria"/>
              </a:defRPr>
            </a:lvl3pPr>
            <a:lvl4pPr marL="1828800" lvl="3" indent="-279400" rtl="0">
              <a:lnSpc>
                <a:spcPct val="115000"/>
              </a:lnSpc>
              <a:spcBef>
                <a:spcPts val="1600"/>
              </a:spcBef>
              <a:spcAft>
                <a:spcPts val="0"/>
              </a:spcAft>
              <a:buSzPts val="800"/>
              <a:buFont typeface="Lustria"/>
              <a:buChar char="●"/>
              <a:defRPr sz="800">
                <a:latin typeface="Lustria"/>
                <a:ea typeface="Lustria"/>
                <a:cs typeface="Lustria"/>
                <a:sym typeface="Lustria"/>
              </a:defRPr>
            </a:lvl4pPr>
            <a:lvl5pPr marL="2286000" lvl="4" indent="-279400" rtl="0">
              <a:lnSpc>
                <a:spcPct val="115000"/>
              </a:lnSpc>
              <a:spcBef>
                <a:spcPts val="1600"/>
              </a:spcBef>
              <a:spcAft>
                <a:spcPts val="0"/>
              </a:spcAft>
              <a:buSzPts val="800"/>
              <a:buFont typeface="Lustria"/>
              <a:buChar char="○"/>
              <a:defRPr sz="800">
                <a:latin typeface="Lustria"/>
                <a:ea typeface="Lustria"/>
                <a:cs typeface="Lustria"/>
                <a:sym typeface="Lustria"/>
              </a:defRPr>
            </a:lvl5pPr>
            <a:lvl6pPr marL="2743200" lvl="5" indent="-279400" rtl="0">
              <a:lnSpc>
                <a:spcPct val="115000"/>
              </a:lnSpc>
              <a:spcBef>
                <a:spcPts val="1600"/>
              </a:spcBef>
              <a:spcAft>
                <a:spcPts val="0"/>
              </a:spcAft>
              <a:buSzPts val="800"/>
              <a:buFont typeface="Lustria"/>
              <a:buChar char="■"/>
              <a:defRPr sz="800">
                <a:latin typeface="Lustria"/>
                <a:ea typeface="Lustria"/>
                <a:cs typeface="Lustria"/>
                <a:sym typeface="Lustria"/>
              </a:defRPr>
            </a:lvl6pPr>
            <a:lvl7pPr marL="3200400" lvl="6" indent="-279400" rtl="0">
              <a:lnSpc>
                <a:spcPct val="115000"/>
              </a:lnSpc>
              <a:spcBef>
                <a:spcPts val="1600"/>
              </a:spcBef>
              <a:spcAft>
                <a:spcPts val="0"/>
              </a:spcAft>
              <a:buSzPts val="800"/>
              <a:buFont typeface="Lustria"/>
              <a:buChar char="●"/>
              <a:defRPr sz="800">
                <a:latin typeface="Lustria"/>
                <a:ea typeface="Lustria"/>
                <a:cs typeface="Lustria"/>
                <a:sym typeface="Lustria"/>
              </a:defRPr>
            </a:lvl7pPr>
            <a:lvl8pPr marL="3657600" lvl="7" indent="-279400" rtl="0">
              <a:lnSpc>
                <a:spcPct val="115000"/>
              </a:lnSpc>
              <a:spcBef>
                <a:spcPts val="1600"/>
              </a:spcBef>
              <a:spcAft>
                <a:spcPts val="0"/>
              </a:spcAft>
              <a:buSzPts val="800"/>
              <a:buFont typeface="Lustria"/>
              <a:buChar char="○"/>
              <a:defRPr sz="800">
                <a:latin typeface="Lustria"/>
                <a:ea typeface="Lustria"/>
                <a:cs typeface="Lustria"/>
                <a:sym typeface="Lustria"/>
              </a:defRPr>
            </a:lvl8pPr>
            <a:lvl9pPr marL="4114800" lvl="8" indent="-279400" rtl="0">
              <a:lnSpc>
                <a:spcPct val="115000"/>
              </a:lnSpc>
              <a:spcBef>
                <a:spcPts val="1600"/>
              </a:spcBef>
              <a:spcAft>
                <a:spcPts val="1600"/>
              </a:spcAft>
              <a:buSzPts val="800"/>
              <a:buFont typeface="Lustria"/>
              <a:buChar char="■"/>
              <a:defRPr sz="800">
                <a:latin typeface="Lustria"/>
                <a:ea typeface="Lustria"/>
                <a:cs typeface="Lustria"/>
                <a:sym typeface="Lustria"/>
              </a:defRPr>
            </a:lvl9pPr>
          </a:lstStyle>
          <a:p>
            <a:endParaRPr/>
          </a:p>
        </p:txBody>
      </p:sp>
      <p:sp>
        <p:nvSpPr>
          <p:cNvPr id="69" name="Google Shape;69;p17"/>
          <p:cNvSpPr txBox="1">
            <a:spLocks noGrp="1"/>
          </p:cNvSpPr>
          <p:nvPr>
            <p:ph type="body" idx="2"/>
          </p:nvPr>
        </p:nvSpPr>
        <p:spPr>
          <a:xfrm>
            <a:off x="388398" y="2048256"/>
            <a:ext cx="1682400" cy="2715900"/>
          </a:xfrm>
          <a:prstGeom prst="rect">
            <a:avLst/>
          </a:prstGeom>
        </p:spPr>
        <p:txBody>
          <a:bodyPr spcFirstLastPara="1" wrap="square" lIns="0" tIns="0" rIns="0" bIns="0" anchor="t" anchorCtr="0">
            <a:noAutofit/>
          </a:bodyPr>
          <a:lstStyle>
            <a:lvl1pPr marL="457200" lvl="0" indent="-279400" rtl="0">
              <a:lnSpc>
                <a:spcPct val="115000"/>
              </a:lnSpc>
              <a:spcBef>
                <a:spcPts val="0"/>
              </a:spcBef>
              <a:spcAft>
                <a:spcPts val="0"/>
              </a:spcAft>
              <a:buSzPts val="800"/>
              <a:buChar char="●"/>
              <a:defRPr sz="800"/>
            </a:lvl1pPr>
            <a:lvl2pPr marL="914400" lvl="1" indent="-279400" rtl="0">
              <a:lnSpc>
                <a:spcPct val="115000"/>
              </a:lnSpc>
              <a:spcBef>
                <a:spcPts val="1600"/>
              </a:spcBef>
              <a:spcAft>
                <a:spcPts val="0"/>
              </a:spcAft>
              <a:buSzPts val="800"/>
              <a:buChar char="○"/>
              <a:defRPr sz="800"/>
            </a:lvl2pPr>
            <a:lvl3pPr marL="1371600" lvl="2" indent="-279400" rtl="0">
              <a:lnSpc>
                <a:spcPct val="115000"/>
              </a:lnSpc>
              <a:spcBef>
                <a:spcPts val="1600"/>
              </a:spcBef>
              <a:spcAft>
                <a:spcPts val="0"/>
              </a:spcAft>
              <a:buSzPts val="800"/>
              <a:buChar char="■"/>
              <a:defRPr sz="800"/>
            </a:lvl3pPr>
            <a:lvl4pPr marL="1828800" lvl="3" indent="-279400" rtl="0">
              <a:lnSpc>
                <a:spcPct val="115000"/>
              </a:lnSpc>
              <a:spcBef>
                <a:spcPts val="1600"/>
              </a:spcBef>
              <a:spcAft>
                <a:spcPts val="0"/>
              </a:spcAft>
              <a:buSzPts val="800"/>
              <a:buChar char="●"/>
              <a:defRPr sz="800"/>
            </a:lvl4pPr>
            <a:lvl5pPr marL="2286000" lvl="4" indent="-279400" rtl="0">
              <a:lnSpc>
                <a:spcPct val="115000"/>
              </a:lnSpc>
              <a:spcBef>
                <a:spcPts val="1600"/>
              </a:spcBef>
              <a:spcAft>
                <a:spcPts val="0"/>
              </a:spcAft>
              <a:buSzPts val="800"/>
              <a:buChar char="○"/>
              <a:defRPr sz="800"/>
            </a:lvl5pPr>
            <a:lvl6pPr marL="2743200" lvl="5" indent="-279400" rtl="0">
              <a:lnSpc>
                <a:spcPct val="115000"/>
              </a:lnSpc>
              <a:spcBef>
                <a:spcPts val="1600"/>
              </a:spcBef>
              <a:spcAft>
                <a:spcPts val="0"/>
              </a:spcAft>
              <a:buSzPts val="800"/>
              <a:buFont typeface="Lustria"/>
              <a:buChar char="■"/>
              <a:defRPr sz="800">
                <a:latin typeface="Lustria"/>
                <a:ea typeface="Lustria"/>
                <a:cs typeface="Lustria"/>
                <a:sym typeface="Lustria"/>
              </a:defRPr>
            </a:lvl6pPr>
            <a:lvl7pPr marL="3200400" lvl="6" indent="-279400" rtl="0">
              <a:lnSpc>
                <a:spcPct val="115000"/>
              </a:lnSpc>
              <a:spcBef>
                <a:spcPts val="1600"/>
              </a:spcBef>
              <a:spcAft>
                <a:spcPts val="0"/>
              </a:spcAft>
              <a:buSzPts val="800"/>
              <a:buFont typeface="Lustria"/>
              <a:buChar char="●"/>
              <a:defRPr sz="800">
                <a:latin typeface="Lustria"/>
                <a:ea typeface="Lustria"/>
                <a:cs typeface="Lustria"/>
                <a:sym typeface="Lustria"/>
              </a:defRPr>
            </a:lvl7pPr>
            <a:lvl8pPr marL="3657600" lvl="7" indent="-279400" rtl="0">
              <a:lnSpc>
                <a:spcPct val="115000"/>
              </a:lnSpc>
              <a:spcBef>
                <a:spcPts val="1600"/>
              </a:spcBef>
              <a:spcAft>
                <a:spcPts val="0"/>
              </a:spcAft>
              <a:buSzPts val="800"/>
              <a:buFont typeface="Lustria"/>
              <a:buChar char="○"/>
              <a:defRPr sz="800">
                <a:latin typeface="Lustria"/>
                <a:ea typeface="Lustria"/>
                <a:cs typeface="Lustria"/>
                <a:sym typeface="Lustria"/>
              </a:defRPr>
            </a:lvl8pPr>
            <a:lvl9pPr marL="4114800" lvl="8" indent="-279400" rtl="0">
              <a:lnSpc>
                <a:spcPct val="115000"/>
              </a:lnSpc>
              <a:spcBef>
                <a:spcPts val="1600"/>
              </a:spcBef>
              <a:spcAft>
                <a:spcPts val="1600"/>
              </a:spcAft>
              <a:buSzPts val="800"/>
              <a:buFont typeface="Lustria"/>
              <a:buChar char="■"/>
              <a:defRPr sz="800">
                <a:latin typeface="Lustria"/>
                <a:ea typeface="Lustria"/>
                <a:cs typeface="Lustria"/>
                <a:sym typeface="Lustria"/>
              </a:defRPr>
            </a:lvl9pPr>
          </a:lstStyle>
          <a:p>
            <a:endParaRPr/>
          </a:p>
        </p:txBody>
      </p:sp>
      <p:sp>
        <p:nvSpPr>
          <p:cNvPr id="70" name="Google Shape;70;p17"/>
          <p:cNvSpPr txBox="1">
            <a:spLocks noGrp="1"/>
          </p:cNvSpPr>
          <p:nvPr>
            <p:ph type="title" idx="3"/>
          </p:nvPr>
        </p:nvSpPr>
        <p:spPr>
          <a:xfrm>
            <a:off x="384048" y="1709928"/>
            <a:ext cx="1682400" cy="228600"/>
          </a:xfrm>
          <a:prstGeom prst="rect">
            <a:avLst/>
          </a:prstGeom>
        </p:spPr>
        <p:txBody>
          <a:bodyPr spcFirstLastPara="1" wrap="square" lIns="0" tIns="0" rIns="0" bIns="0" anchor="t" anchorCtr="0">
            <a:noAutofit/>
          </a:bodyPr>
          <a:lstStyle>
            <a:lvl1pPr lvl="0" rtl="0">
              <a:spcBef>
                <a:spcPts val="0"/>
              </a:spcBef>
              <a:spcAft>
                <a:spcPts val="0"/>
              </a:spcAft>
              <a:buSzPts val="800"/>
              <a:buNone/>
              <a:defRPr sz="800"/>
            </a:lvl1pPr>
            <a:lvl2pPr lvl="1" rtl="0">
              <a:spcBef>
                <a:spcPts val="0"/>
              </a:spcBef>
              <a:spcAft>
                <a:spcPts val="0"/>
              </a:spcAft>
              <a:buSzPts val="2800"/>
              <a:buNone/>
              <a:defRPr>
                <a:latin typeface="DM Sans"/>
                <a:ea typeface="DM Sans"/>
                <a:cs typeface="DM Sans"/>
                <a:sym typeface="DM Sans"/>
              </a:defRPr>
            </a:lvl2pPr>
            <a:lvl3pPr lvl="2" rtl="0">
              <a:spcBef>
                <a:spcPts val="0"/>
              </a:spcBef>
              <a:spcAft>
                <a:spcPts val="0"/>
              </a:spcAft>
              <a:buSzPts val="2800"/>
              <a:buNone/>
              <a:defRPr>
                <a:latin typeface="DM Sans"/>
                <a:ea typeface="DM Sans"/>
                <a:cs typeface="DM Sans"/>
                <a:sym typeface="DM Sans"/>
              </a:defRPr>
            </a:lvl3pPr>
            <a:lvl4pPr lvl="3" rtl="0">
              <a:spcBef>
                <a:spcPts val="0"/>
              </a:spcBef>
              <a:spcAft>
                <a:spcPts val="0"/>
              </a:spcAft>
              <a:buSzPts val="2800"/>
              <a:buNone/>
              <a:defRPr>
                <a:latin typeface="DM Sans"/>
                <a:ea typeface="DM Sans"/>
                <a:cs typeface="DM Sans"/>
                <a:sym typeface="DM Sans"/>
              </a:defRPr>
            </a:lvl4pPr>
            <a:lvl5pPr lvl="4" rtl="0">
              <a:spcBef>
                <a:spcPts val="0"/>
              </a:spcBef>
              <a:spcAft>
                <a:spcPts val="0"/>
              </a:spcAft>
              <a:buSzPts val="2800"/>
              <a:buNone/>
              <a:defRPr>
                <a:latin typeface="DM Sans"/>
                <a:ea typeface="DM Sans"/>
                <a:cs typeface="DM Sans"/>
                <a:sym typeface="DM Sans"/>
              </a:defRPr>
            </a:lvl5pPr>
            <a:lvl6pPr lvl="5" rtl="0">
              <a:spcBef>
                <a:spcPts val="0"/>
              </a:spcBef>
              <a:spcAft>
                <a:spcPts val="0"/>
              </a:spcAft>
              <a:buSzPts val="2800"/>
              <a:buNone/>
              <a:defRPr>
                <a:latin typeface="DM Sans"/>
                <a:ea typeface="DM Sans"/>
                <a:cs typeface="DM Sans"/>
                <a:sym typeface="DM Sans"/>
              </a:defRPr>
            </a:lvl6pPr>
            <a:lvl7pPr lvl="6" rtl="0">
              <a:spcBef>
                <a:spcPts val="0"/>
              </a:spcBef>
              <a:spcAft>
                <a:spcPts val="0"/>
              </a:spcAft>
              <a:buSzPts val="2800"/>
              <a:buNone/>
              <a:defRPr>
                <a:latin typeface="DM Sans"/>
                <a:ea typeface="DM Sans"/>
                <a:cs typeface="DM Sans"/>
                <a:sym typeface="DM Sans"/>
              </a:defRPr>
            </a:lvl7pPr>
            <a:lvl8pPr lvl="7" rtl="0">
              <a:spcBef>
                <a:spcPts val="0"/>
              </a:spcBef>
              <a:spcAft>
                <a:spcPts val="0"/>
              </a:spcAft>
              <a:buSzPts val="2800"/>
              <a:buNone/>
              <a:defRPr>
                <a:latin typeface="DM Sans"/>
                <a:ea typeface="DM Sans"/>
                <a:cs typeface="DM Sans"/>
                <a:sym typeface="DM Sans"/>
              </a:defRPr>
            </a:lvl8pPr>
            <a:lvl9pPr lvl="8" rtl="0">
              <a:spcBef>
                <a:spcPts val="0"/>
              </a:spcBef>
              <a:spcAft>
                <a:spcPts val="0"/>
              </a:spcAft>
              <a:buSzPts val="2800"/>
              <a:buNone/>
              <a:defRPr>
                <a:latin typeface="DM Sans"/>
                <a:ea typeface="DM Sans"/>
                <a:cs typeface="DM Sans"/>
                <a:sym typeface="DM Sans"/>
              </a:defRPr>
            </a:lvl9pPr>
          </a:lstStyle>
          <a:p>
            <a:endParaRPr/>
          </a:p>
        </p:txBody>
      </p:sp>
      <p:pic>
        <p:nvPicPr>
          <p:cNvPr id="71" name="Google Shape;71;p17"/>
          <p:cNvPicPr preferRelativeResize="0"/>
          <p:nvPr/>
        </p:nvPicPr>
        <p:blipFill rotWithShape="1">
          <a:blip r:embed="rId2">
            <a:alphaModFix/>
          </a:blip>
          <a:srcRect l="259" r="-3993"/>
          <a:stretch/>
        </p:blipFill>
        <p:spPr>
          <a:xfrm>
            <a:off x="388400" y="4896300"/>
            <a:ext cx="975549" cy="130875"/>
          </a:xfrm>
          <a:prstGeom prst="rect">
            <a:avLst/>
          </a:prstGeom>
          <a:noFill/>
          <a:ln>
            <a:noFill/>
          </a:ln>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Product Page">
  <p:cSld name="CUSTOM_6">
    <p:spTree>
      <p:nvGrpSpPr>
        <p:cNvPr id="1" name="Shape 72"/>
        <p:cNvGrpSpPr/>
        <p:nvPr/>
      </p:nvGrpSpPr>
      <p:grpSpPr>
        <a:xfrm>
          <a:off x="0" y="0"/>
          <a:ext cx="0" cy="0"/>
          <a:chOff x="0" y="0"/>
          <a:chExt cx="0" cy="0"/>
        </a:xfrm>
      </p:grpSpPr>
      <p:sp>
        <p:nvSpPr>
          <p:cNvPr id="73" name="Google Shape;73;p18"/>
          <p:cNvSpPr txBox="1">
            <a:spLocks noGrp="1"/>
          </p:cNvSpPr>
          <p:nvPr>
            <p:ph type="subTitle" idx="1"/>
          </p:nvPr>
        </p:nvSpPr>
        <p:spPr>
          <a:xfrm>
            <a:off x="4669625" y="1106425"/>
            <a:ext cx="4081200" cy="1378800"/>
          </a:xfrm>
          <a:prstGeom prst="rect">
            <a:avLst/>
          </a:prstGeom>
        </p:spPr>
        <p:txBody>
          <a:bodyPr spcFirstLastPara="1" wrap="square" lIns="0" tIns="0" rIns="0" bIns="0" anchor="t" anchorCtr="0">
            <a:noAutofit/>
          </a:bodyPr>
          <a:lstStyle>
            <a:lvl1pPr lvl="0" rtl="0">
              <a:lnSpc>
                <a:spcPct val="100000"/>
              </a:lnSpc>
              <a:spcBef>
                <a:spcPts val="0"/>
              </a:spcBef>
              <a:spcAft>
                <a:spcPts val="0"/>
              </a:spcAft>
              <a:buSzPts val="2400"/>
              <a:buFont typeface="Lora"/>
              <a:buNone/>
              <a:defRPr sz="2400">
                <a:latin typeface="Lora"/>
                <a:ea typeface="Lora"/>
                <a:cs typeface="Lora"/>
                <a:sym typeface="Lora"/>
              </a:defRPr>
            </a:lvl1pPr>
            <a:lvl2pPr lvl="1" rtl="0">
              <a:spcBef>
                <a:spcPts val="0"/>
              </a:spcBef>
              <a:spcAft>
                <a:spcPts val="0"/>
              </a:spcAft>
              <a:buSzPts val="2400"/>
              <a:buFont typeface="DM Sans"/>
              <a:buNone/>
              <a:defRPr sz="2400">
                <a:latin typeface="DM Sans"/>
                <a:ea typeface="DM Sans"/>
                <a:cs typeface="DM Sans"/>
                <a:sym typeface="DM Sans"/>
              </a:defRPr>
            </a:lvl2pPr>
            <a:lvl3pPr lvl="2" rtl="0">
              <a:spcBef>
                <a:spcPts val="1600"/>
              </a:spcBef>
              <a:spcAft>
                <a:spcPts val="0"/>
              </a:spcAft>
              <a:buSzPts val="2400"/>
              <a:buFont typeface="DM Sans"/>
              <a:buNone/>
              <a:defRPr sz="2400">
                <a:latin typeface="DM Sans"/>
                <a:ea typeface="DM Sans"/>
                <a:cs typeface="DM Sans"/>
                <a:sym typeface="DM Sans"/>
              </a:defRPr>
            </a:lvl3pPr>
            <a:lvl4pPr lvl="3" rtl="0">
              <a:spcBef>
                <a:spcPts val="1600"/>
              </a:spcBef>
              <a:spcAft>
                <a:spcPts val="0"/>
              </a:spcAft>
              <a:buSzPts val="2400"/>
              <a:buFont typeface="DM Sans"/>
              <a:buNone/>
              <a:defRPr sz="2400">
                <a:latin typeface="DM Sans"/>
                <a:ea typeface="DM Sans"/>
                <a:cs typeface="DM Sans"/>
                <a:sym typeface="DM Sans"/>
              </a:defRPr>
            </a:lvl4pPr>
            <a:lvl5pPr lvl="4" rtl="0">
              <a:spcBef>
                <a:spcPts val="1600"/>
              </a:spcBef>
              <a:spcAft>
                <a:spcPts val="0"/>
              </a:spcAft>
              <a:buSzPts val="2400"/>
              <a:buFont typeface="DM Sans"/>
              <a:buNone/>
              <a:defRPr sz="2400">
                <a:latin typeface="DM Sans"/>
                <a:ea typeface="DM Sans"/>
                <a:cs typeface="DM Sans"/>
                <a:sym typeface="DM Sans"/>
              </a:defRPr>
            </a:lvl5pPr>
            <a:lvl6pPr lvl="5" rtl="0">
              <a:spcBef>
                <a:spcPts val="1600"/>
              </a:spcBef>
              <a:spcAft>
                <a:spcPts val="0"/>
              </a:spcAft>
              <a:buSzPts val="2400"/>
              <a:buFont typeface="DM Sans"/>
              <a:buNone/>
              <a:defRPr sz="2400">
                <a:latin typeface="DM Sans"/>
                <a:ea typeface="DM Sans"/>
                <a:cs typeface="DM Sans"/>
                <a:sym typeface="DM Sans"/>
              </a:defRPr>
            </a:lvl6pPr>
            <a:lvl7pPr lvl="6" rtl="0">
              <a:spcBef>
                <a:spcPts val="1600"/>
              </a:spcBef>
              <a:spcAft>
                <a:spcPts val="0"/>
              </a:spcAft>
              <a:buSzPts val="2400"/>
              <a:buFont typeface="DM Sans"/>
              <a:buNone/>
              <a:defRPr sz="2400">
                <a:latin typeface="DM Sans"/>
                <a:ea typeface="DM Sans"/>
                <a:cs typeface="DM Sans"/>
                <a:sym typeface="DM Sans"/>
              </a:defRPr>
            </a:lvl7pPr>
            <a:lvl8pPr lvl="7" rtl="0">
              <a:spcBef>
                <a:spcPts val="1600"/>
              </a:spcBef>
              <a:spcAft>
                <a:spcPts val="0"/>
              </a:spcAft>
              <a:buSzPts val="2400"/>
              <a:buFont typeface="DM Sans"/>
              <a:buNone/>
              <a:defRPr sz="2400">
                <a:latin typeface="DM Sans"/>
                <a:ea typeface="DM Sans"/>
                <a:cs typeface="DM Sans"/>
                <a:sym typeface="DM Sans"/>
              </a:defRPr>
            </a:lvl8pPr>
            <a:lvl9pPr lvl="8" rtl="0">
              <a:spcBef>
                <a:spcPts val="1600"/>
              </a:spcBef>
              <a:spcAft>
                <a:spcPts val="1600"/>
              </a:spcAft>
              <a:buSzPts val="2400"/>
              <a:buFont typeface="DM Sans"/>
              <a:buNone/>
              <a:defRPr sz="2400">
                <a:latin typeface="DM Sans"/>
                <a:ea typeface="DM Sans"/>
                <a:cs typeface="DM Sans"/>
                <a:sym typeface="DM Sans"/>
              </a:defRPr>
            </a:lvl9pPr>
          </a:lstStyle>
          <a:p>
            <a:endParaRPr/>
          </a:p>
        </p:txBody>
      </p:sp>
      <p:sp>
        <p:nvSpPr>
          <p:cNvPr id="74" name="Google Shape;74;p18"/>
          <p:cNvSpPr txBox="1">
            <a:spLocks noGrp="1"/>
          </p:cNvSpPr>
          <p:nvPr>
            <p:ph type="subTitle" idx="2"/>
          </p:nvPr>
        </p:nvSpPr>
        <p:spPr>
          <a:xfrm>
            <a:off x="6809200" y="1948350"/>
            <a:ext cx="1946700" cy="360900"/>
          </a:xfrm>
          <a:prstGeom prst="rect">
            <a:avLst/>
          </a:prstGeom>
        </p:spPr>
        <p:txBody>
          <a:bodyPr spcFirstLastPara="1" wrap="square" lIns="0" tIns="0" rIns="0" bIns="0" anchor="t" anchorCtr="0">
            <a:noAutofit/>
          </a:bodyPr>
          <a:lstStyle>
            <a:lvl1pPr lvl="0" rtl="0">
              <a:lnSpc>
                <a:spcPct val="100000"/>
              </a:lnSpc>
              <a:spcBef>
                <a:spcPts val="0"/>
              </a:spcBef>
              <a:spcAft>
                <a:spcPts val="0"/>
              </a:spcAft>
              <a:buSzPts val="1000"/>
              <a:buNone/>
              <a:defRPr sz="1000"/>
            </a:lvl1pPr>
            <a:lvl2pPr lvl="1" rtl="0">
              <a:spcBef>
                <a:spcPts val="0"/>
              </a:spcBef>
              <a:spcAft>
                <a:spcPts val="0"/>
              </a:spcAft>
              <a:buSzPts val="2400"/>
              <a:buFont typeface="DM Sans"/>
              <a:buNone/>
              <a:defRPr sz="2400">
                <a:latin typeface="DM Sans"/>
                <a:ea typeface="DM Sans"/>
                <a:cs typeface="DM Sans"/>
                <a:sym typeface="DM Sans"/>
              </a:defRPr>
            </a:lvl2pPr>
            <a:lvl3pPr lvl="2" rtl="0">
              <a:spcBef>
                <a:spcPts val="1600"/>
              </a:spcBef>
              <a:spcAft>
                <a:spcPts val="0"/>
              </a:spcAft>
              <a:buSzPts val="2400"/>
              <a:buFont typeface="DM Sans"/>
              <a:buNone/>
              <a:defRPr sz="2400">
                <a:latin typeface="DM Sans"/>
                <a:ea typeface="DM Sans"/>
                <a:cs typeface="DM Sans"/>
                <a:sym typeface="DM Sans"/>
              </a:defRPr>
            </a:lvl3pPr>
            <a:lvl4pPr lvl="3" rtl="0">
              <a:spcBef>
                <a:spcPts val="1600"/>
              </a:spcBef>
              <a:spcAft>
                <a:spcPts val="0"/>
              </a:spcAft>
              <a:buSzPts val="2400"/>
              <a:buFont typeface="DM Sans"/>
              <a:buNone/>
              <a:defRPr sz="2400">
                <a:latin typeface="DM Sans"/>
                <a:ea typeface="DM Sans"/>
                <a:cs typeface="DM Sans"/>
                <a:sym typeface="DM Sans"/>
              </a:defRPr>
            </a:lvl4pPr>
            <a:lvl5pPr lvl="4" rtl="0">
              <a:spcBef>
                <a:spcPts val="1600"/>
              </a:spcBef>
              <a:spcAft>
                <a:spcPts val="0"/>
              </a:spcAft>
              <a:buSzPts val="2400"/>
              <a:buFont typeface="DM Sans"/>
              <a:buNone/>
              <a:defRPr sz="2400">
                <a:latin typeface="DM Sans"/>
                <a:ea typeface="DM Sans"/>
                <a:cs typeface="DM Sans"/>
                <a:sym typeface="DM Sans"/>
              </a:defRPr>
            </a:lvl5pPr>
            <a:lvl6pPr lvl="5" rtl="0">
              <a:spcBef>
                <a:spcPts val="1600"/>
              </a:spcBef>
              <a:spcAft>
                <a:spcPts val="0"/>
              </a:spcAft>
              <a:buSzPts val="2400"/>
              <a:buFont typeface="DM Sans"/>
              <a:buNone/>
              <a:defRPr sz="2400">
                <a:latin typeface="DM Sans"/>
                <a:ea typeface="DM Sans"/>
                <a:cs typeface="DM Sans"/>
                <a:sym typeface="DM Sans"/>
              </a:defRPr>
            </a:lvl6pPr>
            <a:lvl7pPr lvl="6" rtl="0">
              <a:spcBef>
                <a:spcPts val="1600"/>
              </a:spcBef>
              <a:spcAft>
                <a:spcPts val="0"/>
              </a:spcAft>
              <a:buSzPts val="2400"/>
              <a:buFont typeface="DM Sans"/>
              <a:buNone/>
              <a:defRPr sz="2400">
                <a:latin typeface="DM Sans"/>
                <a:ea typeface="DM Sans"/>
                <a:cs typeface="DM Sans"/>
                <a:sym typeface="DM Sans"/>
              </a:defRPr>
            </a:lvl7pPr>
            <a:lvl8pPr lvl="7" rtl="0">
              <a:spcBef>
                <a:spcPts val="1600"/>
              </a:spcBef>
              <a:spcAft>
                <a:spcPts val="0"/>
              </a:spcAft>
              <a:buSzPts val="2400"/>
              <a:buFont typeface="DM Sans"/>
              <a:buNone/>
              <a:defRPr sz="2400">
                <a:latin typeface="DM Sans"/>
                <a:ea typeface="DM Sans"/>
                <a:cs typeface="DM Sans"/>
                <a:sym typeface="DM Sans"/>
              </a:defRPr>
            </a:lvl8pPr>
            <a:lvl9pPr lvl="8" rtl="0">
              <a:spcBef>
                <a:spcPts val="1600"/>
              </a:spcBef>
              <a:spcAft>
                <a:spcPts val="1600"/>
              </a:spcAft>
              <a:buSzPts val="2400"/>
              <a:buFont typeface="DM Sans"/>
              <a:buNone/>
              <a:defRPr sz="2400">
                <a:latin typeface="DM Sans"/>
                <a:ea typeface="DM Sans"/>
                <a:cs typeface="DM Sans"/>
                <a:sym typeface="DM Sans"/>
              </a:defRPr>
            </a:lvl9pPr>
          </a:lstStyle>
          <a:p>
            <a:endParaRPr/>
          </a:p>
        </p:txBody>
      </p:sp>
      <p:sp>
        <p:nvSpPr>
          <p:cNvPr id="75" name="Google Shape;75;p18"/>
          <p:cNvSpPr txBox="1">
            <a:spLocks noGrp="1"/>
          </p:cNvSpPr>
          <p:nvPr>
            <p:ph type="subTitle" idx="3"/>
          </p:nvPr>
        </p:nvSpPr>
        <p:spPr>
          <a:xfrm>
            <a:off x="4669625" y="2667350"/>
            <a:ext cx="1946700" cy="572400"/>
          </a:xfrm>
          <a:prstGeom prst="rect">
            <a:avLst/>
          </a:prstGeom>
        </p:spPr>
        <p:txBody>
          <a:bodyPr spcFirstLastPara="1" wrap="square" lIns="0" tIns="0" rIns="0" bIns="0" anchor="t" anchorCtr="0">
            <a:noAutofit/>
          </a:bodyPr>
          <a:lstStyle>
            <a:lvl1pPr lvl="0" rtl="0">
              <a:lnSpc>
                <a:spcPct val="100000"/>
              </a:lnSpc>
              <a:spcBef>
                <a:spcPts val="0"/>
              </a:spcBef>
              <a:spcAft>
                <a:spcPts val="0"/>
              </a:spcAft>
              <a:buSzPts val="1400"/>
              <a:buNone/>
              <a:defRPr sz="1400"/>
            </a:lvl1pPr>
            <a:lvl2pPr lvl="1" rtl="0">
              <a:spcBef>
                <a:spcPts val="0"/>
              </a:spcBef>
              <a:spcAft>
                <a:spcPts val="0"/>
              </a:spcAft>
              <a:buSzPts val="1000"/>
              <a:buFont typeface="DM Sans"/>
              <a:buNone/>
              <a:defRPr>
                <a:latin typeface="DM Sans"/>
                <a:ea typeface="DM Sans"/>
                <a:cs typeface="DM Sans"/>
                <a:sym typeface="DM Sans"/>
              </a:defRPr>
            </a:lvl2pPr>
            <a:lvl3pPr lvl="2" rtl="0">
              <a:spcBef>
                <a:spcPts val="1600"/>
              </a:spcBef>
              <a:spcAft>
                <a:spcPts val="0"/>
              </a:spcAft>
              <a:buSzPts val="1000"/>
              <a:buFont typeface="DM Sans"/>
              <a:buNone/>
              <a:defRPr>
                <a:latin typeface="DM Sans"/>
                <a:ea typeface="DM Sans"/>
                <a:cs typeface="DM Sans"/>
                <a:sym typeface="DM Sans"/>
              </a:defRPr>
            </a:lvl3pPr>
            <a:lvl4pPr lvl="3" rtl="0">
              <a:spcBef>
                <a:spcPts val="1600"/>
              </a:spcBef>
              <a:spcAft>
                <a:spcPts val="0"/>
              </a:spcAft>
              <a:buSzPts val="1000"/>
              <a:buFont typeface="DM Sans"/>
              <a:buNone/>
              <a:defRPr>
                <a:latin typeface="DM Sans"/>
                <a:ea typeface="DM Sans"/>
                <a:cs typeface="DM Sans"/>
                <a:sym typeface="DM Sans"/>
              </a:defRPr>
            </a:lvl4pPr>
            <a:lvl5pPr lvl="4" rtl="0">
              <a:spcBef>
                <a:spcPts val="1600"/>
              </a:spcBef>
              <a:spcAft>
                <a:spcPts val="0"/>
              </a:spcAft>
              <a:buSzPts val="1000"/>
              <a:buFont typeface="DM Sans"/>
              <a:buNone/>
              <a:defRPr>
                <a:latin typeface="DM Sans"/>
                <a:ea typeface="DM Sans"/>
                <a:cs typeface="DM Sans"/>
                <a:sym typeface="DM Sans"/>
              </a:defRPr>
            </a:lvl5pPr>
            <a:lvl6pPr lvl="5" rtl="0">
              <a:spcBef>
                <a:spcPts val="1600"/>
              </a:spcBef>
              <a:spcAft>
                <a:spcPts val="0"/>
              </a:spcAft>
              <a:buSzPts val="1000"/>
              <a:buFont typeface="DM Sans"/>
              <a:buNone/>
              <a:defRPr>
                <a:latin typeface="DM Sans"/>
                <a:ea typeface="DM Sans"/>
                <a:cs typeface="DM Sans"/>
                <a:sym typeface="DM Sans"/>
              </a:defRPr>
            </a:lvl6pPr>
            <a:lvl7pPr lvl="6" rtl="0">
              <a:spcBef>
                <a:spcPts val="1600"/>
              </a:spcBef>
              <a:spcAft>
                <a:spcPts val="0"/>
              </a:spcAft>
              <a:buSzPts val="1000"/>
              <a:buFont typeface="DM Sans"/>
              <a:buNone/>
              <a:defRPr>
                <a:latin typeface="DM Sans"/>
                <a:ea typeface="DM Sans"/>
                <a:cs typeface="DM Sans"/>
                <a:sym typeface="DM Sans"/>
              </a:defRPr>
            </a:lvl7pPr>
            <a:lvl8pPr lvl="7" rtl="0">
              <a:spcBef>
                <a:spcPts val="1600"/>
              </a:spcBef>
              <a:spcAft>
                <a:spcPts val="0"/>
              </a:spcAft>
              <a:buSzPts val="1000"/>
              <a:buFont typeface="DM Sans"/>
              <a:buNone/>
              <a:defRPr>
                <a:latin typeface="DM Sans"/>
                <a:ea typeface="DM Sans"/>
                <a:cs typeface="DM Sans"/>
                <a:sym typeface="DM Sans"/>
              </a:defRPr>
            </a:lvl8pPr>
            <a:lvl9pPr lvl="8" rtl="0">
              <a:spcBef>
                <a:spcPts val="1600"/>
              </a:spcBef>
              <a:spcAft>
                <a:spcPts val="1600"/>
              </a:spcAft>
              <a:buSzPts val="1000"/>
              <a:buFont typeface="DM Sans"/>
              <a:buNone/>
              <a:defRPr>
                <a:latin typeface="DM Sans"/>
                <a:ea typeface="DM Sans"/>
                <a:cs typeface="DM Sans"/>
                <a:sym typeface="DM Sans"/>
              </a:defRPr>
            </a:lvl9pPr>
          </a:lstStyle>
          <a:p>
            <a:endParaRPr/>
          </a:p>
        </p:txBody>
      </p:sp>
      <p:sp>
        <p:nvSpPr>
          <p:cNvPr id="76" name="Google Shape;76;p18"/>
          <p:cNvSpPr txBox="1">
            <a:spLocks noGrp="1"/>
          </p:cNvSpPr>
          <p:nvPr>
            <p:ph type="body" idx="4"/>
          </p:nvPr>
        </p:nvSpPr>
        <p:spPr>
          <a:xfrm>
            <a:off x="4669625" y="3234900"/>
            <a:ext cx="1946700" cy="667500"/>
          </a:xfrm>
          <a:prstGeom prst="rect">
            <a:avLst/>
          </a:prstGeom>
        </p:spPr>
        <p:txBody>
          <a:bodyPr spcFirstLastPara="1" wrap="square" lIns="0" tIns="0" rIns="0" bIns="0" anchor="t" anchorCtr="0">
            <a:noAutofit/>
          </a:bodyPr>
          <a:lstStyle>
            <a:lvl1pPr marL="457200" lvl="0" indent="-279400" rtl="0">
              <a:lnSpc>
                <a:spcPct val="115000"/>
              </a:lnSpc>
              <a:spcBef>
                <a:spcPts val="0"/>
              </a:spcBef>
              <a:spcAft>
                <a:spcPts val="0"/>
              </a:spcAft>
              <a:buSzPts val="800"/>
              <a:buFont typeface="Lustria"/>
              <a:buChar char="●"/>
              <a:defRPr sz="800">
                <a:latin typeface="Lustria"/>
                <a:ea typeface="Lustria"/>
                <a:cs typeface="Lustria"/>
                <a:sym typeface="Lustria"/>
              </a:defRPr>
            </a:lvl1pPr>
            <a:lvl2pPr marL="914400" lvl="1" indent="-279400" rtl="0">
              <a:lnSpc>
                <a:spcPct val="115000"/>
              </a:lnSpc>
              <a:spcBef>
                <a:spcPts val="1600"/>
              </a:spcBef>
              <a:spcAft>
                <a:spcPts val="0"/>
              </a:spcAft>
              <a:buSzPts val="800"/>
              <a:buFont typeface="Lustria"/>
              <a:buChar char="○"/>
              <a:defRPr sz="800">
                <a:latin typeface="Lustria"/>
                <a:ea typeface="Lustria"/>
                <a:cs typeface="Lustria"/>
                <a:sym typeface="Lustria"/>
              </a:defRPr>
            </a:lvl2pPr>
            <a:lvl3pPr marL="1371600" lvl="2" indent="-279400" rtl="0">
              <a:lnSpc>
                <a:spcPct val="115000"/>
              </a:lnSpc>
              <a:spcBef>
                <a:spcPts val="1600"/>
              </a:spcBef>
              <a:spcAft>
                <a:spcPts val="0"/>
              </a:spcAft>
              <a:buSzPts val="800"/>
              <a:buFont typeface="Lustria"/>
              <a:buChar char="■"/>
              <a:defRPr sz="800">
                <a:latin typeface="Lustria"/>
                <a:ea typeface="Lustria"/>
                <a:cs typeface="Lustria"/>
                <a:sym typeface="Lustria"/>
              </a:defRPr>
            </a:lvl3pPr>
            <a:lvl4pPr marL="1828800" lvl="3" indent="-279400" rtl="0">
              <a:lnSpc>
                <a:spcPct val="115000"/>
              </a:lnSpc>
              <a:spcBef>
                <a:spcPts val="1600"/>
              </a:spcBef>
              <a:spcAft>
                <a:spcPts val="0"/>
              </a:spcAft>
              <a:buSzPts val="800"/>
              <a:buFont typeface="Lustria"/>
              <a:buChar char="●"/>
              <a:defRPr sz="800">
                <a:latin typeface="Lustria"/>
                <a:ea typeface="Lustria"/>
                <a:cs typeface="Lustria"/>
                <a:sym typeface="Lustria"/>
              </a:defRPr>
            </a:lvl4pPr>
            <a:lvl5pPr marL="2286000" lvl="4" indent="-279400" rtl="0">
              <a:lnSpc>
                <a:spcPct val="115000"/>
              </a:lnSpc>
              <a:spcBef>
                <a:spcPts val="1600"/>
              </a:spcBef>
              <a:spcAft>
                <a:spcPts val="0"/>
              </a:spcAft>
              <a:buSzPts val="800"/>
              <a:buFont typeface="Lustria"/>
              <a:buChar char="○"/>
              <a:defRPr sz="800">
                <a:latin typeface="Lustria"/>
                <a:ea typeface="Lustria"/>
                <a:cs typeface="Lustria"/>
                <a:sym typeface="Lustria"/>
              </a:defRPr>
            </a:lvl5pPr>
            <a:lvl6pPr marL="2743200" lvl="5" indent="-279400" rtl="0">
              <a:lnSpc>
                <a:spcPct val="115000"/>
              </a:lnSpc>
              <a:spcBef>
                <a:spcPts val="1600"/>
              </a:spcBef>
              <a:spcAft>
                <a:spcPts val="0"/>
              </a:spcAft>
              <a:buSzPts val="800"/>
              <a:buFont typeface="Lustria"/>
              <a:buChar char="■"/>
              <a:defRPr sz="800">
                <a:latin typeface="Lustria"/>
                <a:ea typeface="Lustria"/>
                <a:cs typeface="Lustria"/>
                <a:sym typeface="Lustria"/>
              </a:defRPr>
            </a:lvl6pPr>
            <a:lvl7pPr marL="3200400" lvl="6" indent="-279400" rtl="0">
              <a:lnSpc>
                <a:spcPct val="115000"/>
              </a:lnSpc>
              <a:spcBef>
                <a:spcPts val="1600"/>
              </a:spcBef>
              <a:spcAft>
                <a:spcPts val="0"/>
              </a:spcAft>
              <a:buSzPts val="800"/>
              <a:buFont typeface="Lustria"/>
              <a:buChar char="●"/>
              <a:defRPr sz="800">
                <a:latin typeface="Lustria"/>
                <a:ea typeface="Lustria"/>
                <a:cs typeface="Lustria"/>
                <a:sym typeface="Lustria"/>
              </a:defRPr>
            </a:lvl7pPr>
            <a:lvl8pPr marL="3657600" lvl="7" indent="-279400" rtl="0">
              <a:lnSpc>
                <a:spcPct val="115000"/>
              </a:lnSpc>
              <a:spcBef>
                <a:spcPts val="1600"/>
              </a:spcBef>
              <a:spcAft>
                <a:spcPts val="0"/>
              </a:spcAft>
              <a:buSzPts val="800"/>
              <a:buFont typeface="Lustria"/>
              <a:buChar char="○"/>
              <a:defRPr sz="800">
                <a:latin typeface="Lustria"/>
                <a:ea typeface="Lustria"/>
                <a:cs typeface="Lustria"/>
                <a:sym typeface="Lustria"/>
              </a:defRPr>
            </a:lvl8pPr>
            <a:lvl9pPr marL="4114800" lvl="8" indent="-279400" rtl="0">
              <a:lnSpc>
                <a:spcPct val="115000"/>
              </a:lnSpc>
              <a:spcBef>
                <a:spcPts val="1600"/>
              </a:spcBef>
              <a:spcAft>
                <a:spcPts val="1600"/>
              </a:spcAft>
              <a:buSzPts val="800"/>
              <a:buFont typeface="Lustria"/>
              <a:buChar char="■"/>
              <a:defRPr sz="800">
                <a:latin typeface="Lustria"/>
                <a:ea typeface="Lustria"/>
                <a:cs typeface="Lustria"/>
                <a:sym typeface="Lustria"/>
              </a:defRPr>
            </a:lvl9pPr>
          </a:lstStyle>
          <a:p>
            <a:endParaRPr/>
          </a:p>
        </p:txBody>
      </p:sp>
      <p:sp>
        <p:nvSpPr>
          <p:cNvPr id="77" name="Google Shape;77;p18"/>
          <p:cNvSpPr txBox="1">
            <a:spLocks noGrp="1"/>
          </p:cNvSpPr>
          <p:nvPr>
            <p:ph type="subTitle" idx="5"/>
          </p:nvPr>
        </p:nvSpPr>
        <p:spPr>
          <a:xfrm>
            <a:off x="6809200" y="2667350"/>
            <a:ext cx="1946700" cy="572400"/>
          </a:xfrm>
          <a:prstGeom prst="rect">
            <a:avLst/>
          </a:prstGeom>
        </p:spPr>
        <p:txBody>
          <a:bodyPr spcFirstLastPara="1" wrap="square" lIns="0" tIns="0" rIns="0" bIns="0" anchor="t" anchorCtr="0">
            <a:noAutofit/>
          </a:bodyPr>
          <a:lstStyle>
            <a:lvl1pPr lvl="0" rtl="0">
              <a:lnSpc>
                <a:spcPct val="100000"/>
              </a:lnSpc>
              <a:spcBef>
                <a:spcPts val="0"/>
              </a:spcBef>
              <a:spcAft>
                <a:spcPts val="0"/>
              </a:spcAft>
              <a:buSzPts val="1400"/>
              <a:buNone/>
              <a:defRPr sz="1400"/>
            </a:lvl1pPr>
            <a:lvl2pPr lvl="1" rtl="0">
              <a:spcBef>
                <a:spcPts val="0"/>
              </a:spcBef>
              <a:spcAft>
                <a:spcPts val="0"/>
              </a:spcAft>
              <a:buSzPts val="1000"/>
              <a:buFont typeface="DM Sans"/>
              <a:buNone/>
              <a:defRPr>
                <a:latin typeface="DM Sans"/>
                <a:ea typeface="DM Sans"/>
                <a:cs typeface="DM Sans"/>
                <a:sym typeface="DM Sans"/>
              </a:defRPr>
            </a:lvl2pPr>
            <a:lvl3pPr lvl="2" rtl="0">
              <a:spcBef>
                <a:spcPts val="1600"/>
              </a:spcBef>
              <a:spcAft>
                <a:spcPts val="0"/>
              </a:spcAft>
              <a:buSzPts val="1000"/>
              <a:buFont typeface="DM Sans"/>
              <a:buNone/>
              <a:defRPr>
                <a:latin typeface="DM Sans"/>
                <a:ea typeface="DM Sans"/>
                <a:cs typeface="DM Sans"/>
                <a:sym typeface="DM Sans"/>
              </a:defRPr>
            </a:lvl3pPr>
            <a:lvl4pPr lvl="3" rtl="0">
              <a:spcBef>
                <a:spcPts val="1600"/>
              </a:spcBef>
              <a:spcAft>
                <a:spcPts val="0"/>
              </a:spcAft>
              <a:buSzPts val="1000"/>
              <a:buFont typeface="DM Sans"/>
              <a:buNone/>
              <a:defRPr>
                <a:latin typeface="DM Sans"/>
                <a:ea typeface="DM Sans"/>
                <a:cs typeface="DM Sans"/>
                <a:sym typeface="DM Sans"/>
              </a:defRPr>
            </a:lvl4pPr>
            <a:lvl5pPr lvl="4" rtl="0">
              <a:spcBef>
                <a:spcPts val="1600"/>
              </a:spcBef>
              <a:spcAft>
                <a:spcPts val="0"/>
              </a:spcAft>
              <a:buSzPts val="1000"/>
              <a:buFont typeface="DM Sans"/>
              <a:buNone/>
              <a:defRPr>
                <a:latin typeface="DM Sans"/>
                <a:ea typeface="DM Sans"/>
                <a:cs typeface="DM Sans"/>
                <a:sym typeface="DM Sans"/>
              </a:defRPr>
            </a:lvl5pPr>
            <a:lvl6pPr lvl="5" rtl="0">
              <a:spcBef>
                <a:spcPts val="1600"/>
              </a:spcBef>
              <a:spcAft>
                <a:spcPts val="0"/>
              </a:spcAft>
              <a:buSzPts val="1000"/>
              <a:buFont typeface="DM Sans"/>
              <a:buNone/>
              <a:defRPr>
                <a:latin typeface="DM Sans"/>
                <a:ea typeface="DM Sans"/>
                <a:cs typeface="DM Sans"/>
                <a:sym typeface="DM Sans"/>
              </a:defRPr>
            </a:lvl6pPr>
            <a:lvl7pPr lvl="6" rtl="0">
              <a:spcBef>
                <a:spcPts val="1600"/>
              </a:spcBef>
              <a:spcAft>
                <a:spcPts val="0"/>
              </a:spcAft>
              <a:buSzPts val="1000"/>
              <a:buFont typeface="DM Sans"/>
              <a:buNone/>
              <a:defRPr>
                <a:latin typeface="DM Sans"/>
                <a:ea typeface="DM Sans"/>
                <a:cs typeface="DM Sans"/>
                <a:sym typeface="DM Sans"/>
              </a:defRPr>
            </a:lvl7pPr>
            <a:lvl8pPr lvl="7" rtl="0">
              <a:spcBef>
                <a:spcPts val="1600"/>
              </a:spcBef>
              <a:spcAft>
                <a:spcPts val="0"/>
              </a:spcAft>
              <a:buSzPts val="1000"/>
              <a:buFont typeface="DM Sans"/>
              <a:buNone/>
              <a:defRPr>
                <a:latin typeface="DM Sans"/>
                <a:ea typeface="DM Sans"/>
                <a:cs typeface="DM Sans"/>
                <a:sym typeface="DM Sans"/>
              </a:defRPr>
            </a:lvl8pPr>
            <a:lvl9pPr lvl="8" rtl="0">
              <a:spcBef>
                <a:spcPts val="1600"/>
              </a:spcBef>
              <a:spcAft>
                <a:spcPts val="1600"/>
              </a:spcAft>
              <a:buSzPts val="1000"/>
              <a:buFont typeface="DM Sans"/>
              <a:buNone/>
              <a:defRPr>
                <a:latin typeface="DM Sans"/>
                <a:ea typeface="DM Sans"/>
                <a:cs typeface="DM Sans"/>
                <a:sym typeface="DM Sans"/>
              </a:defRPr>
            </a:lvl9pPr>
          </a:lstStyle>
          <a:p>
            <a:endParaRPr/>
          </a:p>
        </p:txBody>
      </p:sp>
      <p:sp>
        <p:nvSpPr>
          <p:cNvPr id="78" name="Google Shape;78;p18"/>
          <p:cNvSpPr txBox="1">
            <a:spLocks noGrp="1"/>
          </p:cNvSpPr>
          <p:nvPr>
            <p:ph type="body" idx="6"/>
          </p:nvPr>
        </p:nvSpPr>
        <p:spPr>
          <a:xfrm>
            <a:off x="6809200" y="3234900"/>
            <a:ext cx="1946700" cy="667500"/>
          </a:xfrm>
          <a:prstGeom prst="rect">
            <a:avLst/>
          </a:prstGeom>
        </p:spPr>
        <p:txBody>
          <a:bodyPr spcFirstLastPara="1" wrap="square" lIns="0" tIns="0" rIns="0" bIns="0" anchor="t" anchorCtr="0">
            <a:noAutofit/>
          </a:bodyPr>
          <a:lstStyle>
            <a:lvl1pPr marL="457200" lvl="0" indent="-279400" rtl="0">
              <a:lnSpc>
                <a:spcPct val="115000"/>
              </a:lnSpc>
              <a:spcBef>
                <a:spcPts val="0"/>
              </a:spcBef>
              <a:spcAft>
                <a:spcPts val="0"/>
              </a:spcAft>
              <a:buSzPts val="800"/>
              <a:buFont typeface="Lustria"/>
              <a:buChar char="●"/>
              <a:defRPr sz="800">
                <a:latin typeface="Lustria"/>
                <a:ea typeface="Lustria"/>
                <a:cs typeface="Lustria"/>
                <a:sym typeface="Lustria"/>
              </a:defRPr>
            </a:lvl1pPr>
            <a:lvl2pPr marL="914400" lvl="1" indent="-279400" rtl="0">
              <a:lnSpc>
                <a:spcPct val="115000"/>
              </a:lnSpc>
              <a:spcBef>
                <a:spcPts val="1600"/>
              </a:spcBef>
              <a:spcAft>
                <a:spcPts val="0"/>
              </a:spcAft>
              <a:buSzPts val="800"/>
              <a:buFont typeface="Lustria"/>
              <a:buChar char="○"/>
              <a:defRPr sz="800">
                <a:latin typeface="Lustria"/>
                <a:ea typeface="Lustria"/>
                <a:cs typeface="Lustria"/>
                <a:sym typeface="Lustria"/>
              </a:defRPr>
            </a:lvl2pPr>
            <a:lvl3pPr marL="1371600" lvl="2" indent="-279400" rtl="0">
              <a:lnSpc>
                <a:spcPct val="115000"/>
              </a:lnSpc>
              <a:spcBef>
                <a:spcPts val="1600"/>
              </a:spcBef>
              <a:spcAft>
                <a:spcPts val="0"/>
              </a:spcAft>
              <a:buSzPts val="800"/>
              <a:buFont typeface="Lustria"/>
              <a:buChar char="■"/>
              <a:defRPr sz="800">
                <a:latin typeface="Lustria"/>
                <a:ea typeface="Lustria"/>
                <a:cs typeface="Lustria"/>
                <a:sym typeface="Lustria"/>
              </a:defRPr>
            </a:lvl3pPr>
            <a:lvl4pPr marL="1828800" lvl="3" indent="-279400" rtl="0">
              <a:lnSpc>
                <a:spcPct val="115000"/>
              </a:lnSpc>
              <a:spcBef>
                <a:spcPts val="1600"/>
              </a:spcBef>
              <a:spcAft>
                <a:spcPts val="0"/>
              </a:spcAft>
              <a:buSzPts val="800"/>
              <a:buFont typeface="Lustria"/>
              <a:buChar char="●"/>
              <a:defRPr sz="800">
                <a:latin typeface="Lustria"/>
                <a:ea typeface="Lustria"/>
                <a:cs typeface="Lustria"/>
                <a:sym typeface="Lustria"/>
              </a:defRPr>
            </a:lvl4pPr>
            <a:lvl5pPr marL="2286000" lvl="4" indent="-279400" rtl="0">
              <a:lnSpc>
                <a:spcPct val="115000"/>
              </a:lnSpc>
              <a:spcBef>
                <a:spcPts val="1600"/>
              </a:spcBef>
              <a:spcAft>
                <a:spcPts val="0"/>
              </a:spcAft>
              <a:buSzPts val="800"/>
              <a:buFont typeface="Lustria"/>
              <a:buChar char="○"/>
              <a:defRPr sz="800">
                <a:latin typeface="Lustria"/>
                <a:ea typeface="Lustria"/>
                <a:cs typeface="Lustria"/>
                <a:sym typeface="Lustria"/>
              </a:defRPr>
            </a:lvl5pPr>
            <a:lvl6pPr marL="2743200" lvl="5" indent="-279400" rtl="0">
              <a:lnSpc>
                <a:spcPct val="115000"/>
              </a:lnSpc>
              <a:spcBef>
                <a:spcPts val="1600"/>
              </a:spcBef>
              <a:spcAft>
                <a:spcPts val="0"/>
              </a:spcAft>
              <a:buSzPts val="800"/>
              <a:buFont typeface="Lustria"/>
              <a:buChar char="■"/>
              <a:defRPr sz="800">
                <a:latin typeface="Lustria"/>
                <a:ea typeface="Lustria"/>
                <a:cs typeface="Lustria"/>
                <a:sym typeface="Lustria"/>
              </a:defRPr>
            </a:lvl6pPr>
            <a:lvl7pPr marL="3200400" lvl="6" indent="-279400" rtl="0">
              <a:lnSpc>
                <a:spcPct val="115000"/>
              </a:lnSpc>
              <a:spcBef>
                <a:spcPts val="1600"/>
              </a:spcBef>
              <a:spcAft>
                <a:spcPts val="0"/>
              </a:spcAft>
              <a:buSzPts val="800"/>
              <a:buFont typeface="Lustria"/>
              <a:buChar char="●"/>
              <a:defRPr sz="800">
                <a:latin typeface="Lustria"/>
                <a:ea typeface="Lustria"/>
                <a:cs typeface="Lustria"/>
                <a:sym typeface="Lustria"/>
              </a:defRPr>
            </a:lvl7pPr>
            <a:lvl8pPr marL="3657600" lvl="7" indent="-279400" rtl="0">
              <a:lnSpc>
                <a:spcPct val="115000"/>
              </a:lnSpc>
              <a:spcBef>
                <a:spcPts val="1600"/>
              </a:spcBef>
              <a:spcAft>
                <a:spcPts val="0"/>
              </a:spcAft>
              <a:buSzPts val="800"/>
              <a:buFont typeface="Lustria"/>
              <a:buChar char="○"/>
              <a:defRPr sz="800">
                <a:latin typeface="Lustria"/>
                <a:ea typeface="Lustria"/>
                <a:cs typeface="Lustria"/>
                <a:sym typeface="Lustria"/>
              </a:defRPr>
            </a:lvl8pPr>
            <a:lvl9pPr marL="4114800" lvl="8" indent="-279400" rtl="0">
              <a:lnSpc>
                <a:spcPct val="115000"/>
              </a:lnSpc>
              <a:spcBef>
                <a:spcPts val="1600"/>
              </a:spcBef>
              <a:spcAft>
                <a:spcPts val="1600"/>
              </a:spcAft>
              <a:buSzPts val="800"/>
              <a:buFont typeface="Lustria"/>
              <a:buChar char="■"/>
              <a:defRPr sz="800">
                <a:latin typeface="Lustria"/>
                <a:ea typeface="Lustria"/>
                <a:cs typeface="Lustria"/>
                <a:sym typeface="Lustria"/>
              </a:defRPr>
            </a:lvl9pPr>
          </a:lstStyle>
          <a:p>
            <a:endParaRPr/>
          </a:p>
        </p:txBody>
      </p:sp>
      <p:sp>
        <p:nvSpPr>
          <p:cNvPr id="79" name="Google Shape;79;p18"/>
          <p:cNvSpPr/>
          <p:nvPr/>
        </p:nvSpPr>
        <p:spPr>
          <a:xfrm>
            <a:off x="0" y="0"/>
            <a:ext cx="4214700" cy="5143500"/>
          </a:xfrm>
          <a:prstGeom prst="rect">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80" name="Google Shape;80;p18"/>
          <p:cNvPicPr preferRelativeResize="0"/>
          <p:nvPr/>
        </p:nvPicPr>
        <p:blipFill rotWithShape="1">
          <a:blip r:embed="rId2">
            <a:alphaModFix/>
          </a:blip>
          <a:srcRect l="259" r="-3993"/>
          <a:stretch/>
        </p:blipFill>
        <p:spPr>
          <a:xfrm>
            <a:off x="388400" y="4896300"/>
            <a:ext cx="975549" cy="130875"/>
          </a:xfrm>
          <a:prstGeom prst="rect">
            <a:avLst/>
          </a:prstGeom>
          <a:noFill/>
          <a:ln>
            <a:noFill/>
          </a:ln>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Title Slide Full – Dark Green">
  <p:cSld name="CUSTOM_7">
    <p:bg>
      <p:bgPr>
        <a:solidFill>
          <a:schemeClr val="accent5"/>
        </a:solidFill>
        <a:effectLst/>
      </p:bgPr>
    </p:bg>
    <p:spTree>
      <p:nvGrpSpPr>
        <p:cNvPr id="1" name="Shape 81"/>
        <p:cNvGrpSpPr/>
        <p:nvPr/>
      </p:nvGrpSpPr>
      <p:grpSpPr>
        <a:xfrm>
          <a:off x="0" y="0"/>
          <a:ext cx="0" cy="0"/>
          <a:chOff x="0" y="0"/>
          <a:chExt cx="0" cy="0"/>
        </a:xfrm>
      </p:grpSpPr>
      <p:sp>
        <p:nvSpPr>
          <p:cNvPr id="82" name="Google Shape;82;p19"/>
          <p:cNvSpPr txBox="1">
            <a:spLocks noGrp="1"/>
          </p:cNvSpPr>
          <p:nvPr>
            <p:ph type="title"/>
          </p:nvPr>
        </p:nvSpPr>
        <p:spPr>
          <a:xfrm>
            <a:off x="388400" y="943700"/>
            <a:ext cx="4575900" cy="1720200"/>
          </a:xfrm>
          <a:prstGeom prst="rect">
            <a:avLst/>
          </a:prstGeom>
        </p:spPr>
        <p:txBody>
          <a:bodyPr spcFirstLastPara="1" wrap="square" lIns="0" tIns="0" rIns="0" bIns="0" anchor="t" anchorCtr="0">
            <a:noAutofit/>
          </a:bodyPr>
          <a:lstStyle>
            <a:lvl1pPr lvl="0" rtl="0">
              <a:lnSpc>
                <a:spcPct val="85000"/>
              </a:lnSpc>
              <a:spcBef>
                <a:spcPts val="0"/>
              </a:spcBef>
              <a:spcAft>
                <a:spcPts val="0"/>
              </a:spcAft>
              <a:buClr>
                <a:schemeClr val="lt1"/>
              </a:buClr>
              <a:buSzPts val="4000"/>
              <a:buNone/>
              <a:defRPr sz="4000">
                <a:solidFill>
                  <a:schemeClr val="lt1"/>
                </a:solidFill>
              </a:defRPr>
            </a:lvl1pPr>
            <a:lvl2pPr lvl="1" rtl="0">
              <a:spcBef>
                <a:spcPts val="0"/>
              </a:spcBef>
              <a:spcAft>
                <a:spcPts val="0"/>
              </a:spcAft>
              <a:buSzPts val="5200"/>
              <a:buFont typeface="DM Sans Medium"/>
              <a:buNone/>
              <a:defRPr sz="5200">
                <a:latin typeface="DM Sans Medium"/>
                <a:ea typeface="DM Sans Medium"/>
                <a:cs typeface="DM Sans Medium"/>
                <a:sym typeface="DM Sans Medium"/>
              </a:defRPr>
            </a:lvl2pPr>
            <a:lvl3pPr lvl="2" rtl="0">
              <a:spcBef>
                <a:spcPts val="0"/>
              </a:spcBef>
              <a:spcAft>
                <a:spcPts val="0"/>
              </a:spcAft>
              <a:buSzPts val="5200"/>
              <a:buFont typeface="DM Sans Medium"/>
              <a:buNone/>
              <a:defRPr sz="5200">
                <a:latin typeface="DM Sans Medium"/>
                <a:ea typeface="DM Sans Medium"/>
                <a:cs typeface="DM Sans Medium"/>
                <a:sym typeface="DM Sans Medium"/>
              </a:defRPr>
            </a:lvl3pPr>
            <a:lvl4pPr lvl="3" rtl="0">
              <a:spcBef>
                <a:spcPts val="0"/>
              </a:spcBef>
              <a:spcAft>
                <a:spcPts val="0"/>
              </a:spcAft>
              <a:buSzPts val="5200"/>
              <a:buFont typeface="DM Sans Medium"/>
              <a:buNone/>
              <a:defRPr sz="5200">
                <a:latin typeface="DM Sans Medium"/>
                <a:ea typeface="DM Sans Medium"/>
                <a:cs typeface="DM Sans Medium"/>
                <a:sym typeface="DM Sans Medium"/>
              </a:defRPr>
            </a:lvl4pPr>
            <a:lvl5pPr lvl="4" rtl="0">
              <a:spcBef>
                <a:spcPts val="0"/>
              </a:spcBef>
              <a:spcAft>
                <a:spcPts val="0"/>
              </a:spcAft>
              <a:buSzPts val="5200"/>
              <a:buFont typeface="DM Sans Medium"/>
              <a:buNone/>
              <a:defRPr sz="5200">
                <a:latin typeface="DM Sans Medium"/>
                <a:ea typeface="DM Sans Medium"/>
                <a:cs typeface="DM Sans Medium"/>
                <a:sym typeface="DM Sans Medium"/>
              </a:defRPr>
            </a:lvl5pPr>
            <a:lvl6pPr lvl="5" rtl="0">
              <a:spcBef>
                <a:spcPts val="0"/>
              </a:spcBef>
              <a:spcAft>
                <a:spcPts val="0"/>
              </a:spcAft>
              <a:buSzPts val="5200"/>
              <a:buFont typeface="DM Sans Medium"/>
              <a:buNone/>
              <a:defRPr sz="5200">
                <a:latin typeface="DM Sans Medium"/>
                <a:ea typeface="DM Sans Medium"/>
                <a:cs typeface="DM Sans Medium"/>
                <a:sym typeface="DM Sans Medium"/>
              </a:defRPr>
            </a:lvl6pPr>
            <a:lvl7pPr lvl="6" rtl="0">
              <a:spcBef>
                <a:spcPts val="0"/>
              </a:spcBef>
              <a:spcAft>
                <a:spcPts val="0"/>
              </a:spcAft>
              <a:buSzPts val="5200"/>
              <a:buFont typeface="DM Sans Medium"/>
              <a:buNone/>
              <a:defRPr sz="5200">
                <a:latin typeface="DM Sans Medium"/>
                <a:ea typeface="DM Sans Medium"/>
                <a:cs typeface="DM Sans Medium"/>
                <a:sym typeface="DM Sans Medium"/>
              </a:defRPr>
            </a:lvl7pPr>
            <a:lvl8pPr lvl="7" rtl="0">
              <a:spcBef>
                <a:spcPts val="0"/>
              </a:spcBef>
              <a:spcAft>
                <a:spcPts val="0"/>
              </a:spcAft>
              <a:buSzPts val="5200"/>
              <a:buFont typeface="DM Sans Medium"/>
              <a:buNone/>
              <a:defRPr sz="5200">
                <a:latin typeface="DM Sans Medium"/>
                <a:ea typeface="DM Sans Medium"/>
                <a:cs typeface="DM Sans Medium"/>
                <a:sym typeface="DM Sans Medium"/>
              </a:defRPr>
            </a:lvl8pPr>
            <a:lvl9pPr lvl="8" rtl="0">
              <a:spcBef>
                <a:spcPts val="0"/>
              </a:spcBef>
              <a:spcAft>
                <a:spcPts val="0"/>
              </a:spcAft>
              <a:buSzPts val="5200"/>
              <a:buFont typeface="DM Sans Medium"/>
              <a:buNone/>
              <a:defRPr sz="5200">
                <a:latin typeface="DM Sans Medium"/>
                <a:ea typeface="DM Sans Medium"/>
                <a:cs typeface="DM Sans Medium"/>
                <a:sym typeface="DM Sans Medium"/>
              </a:defRPr>
            </a:lvl9pPr>
          </a:lstStyle>
          <a:p>
            <a:endParaRPr/>
          </a:p>
        </p:txBody>
      </p:sp>
      <p:pic>
        <p:nvPicPr>
          <p:cNvPr id="83" name="Google Shape;83;p19"/>
          <p:cNvPicPr preferRelativeResize="0"/>
          <p:nvPr/>
        </p:nvPicPr>
        <p:blipFill>
          <a:blip r:embed="rId2">
            <a:alphaModFix/>
          </a:blip>
          <a:stretch>
            <a:fillRect/>
          </a:stretch>
        </p:blipFill>
        <p:spPr>
          <a:xfrm>
            <a:off x="388399" y="4648213"/>
            <a:ext cx="933849" cy="286150"/>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Title Slide Full – Dark Green - Centered">
  <p:cSld name="CUSTOM_7_1">
    <p:bg>
      <p:bgPr>
        <a:solidFill>
          <a:schemeClr val="accent5"/>
        </a:solidFill>
        <a:effectLst/>
      </p:bgPr>
    </p:bg>
    <p:spTree>
      <p:nvGrpSpPr>
        <p:cNvPr id="1" name="Shape 84"/>
        <p:cNvGrpSpPr/>
        <p:nvPr/>
      </p:nvGrpSpPr>
      <p:grpSpPr>
        <a:xfrm>
          <a:off x="0" y="0"/>
          <a:ext cx="0" cy="0"/>
          <a:chOff x="0" y="0"/>
          <a:chExt cx="0" cy="0"/>
        </a:xfrm>
      </p:grpSpPr>
      <p:sp>
        <p:nvSpPr>
          <p:cNvPr id="85" name="Google Shape;85;p20"/>
          <p:cNvSpPr txBox="1">
            <a:spLocks noGrp="1"/>
          </p:cNvSpPr>
          <p:nvPr>
            <p:ph type="title"/>
          </p:nvPr>
        </p:nvSpPr>
        <p:spPr>
          <a:xfrm>
            <a:off x="2284050" y="1995150"/>
            <a:ext cx="4575900" cy="1153200"/>
          </a:xfrm>
          <a:prstGeom prst="rect">
            <a:avLst/>
          </a:prstGeom>
        </p:spPr>
        <p:txBody>
          <a:bodyPr spcFirstLastPara="1" wrap="square" lIns="0" tIns="0" rIns="0" bIns="0" anchor="t" anchorCtr="0">
            <a:noAutofit/>
          </a:bodyPr>
          <a:lstStyle>
            <a:lvl1pPr lvl="0" algn="ctr" rtl="0">
              <a:lnSpc>
                <a:spcPct val="85000"/>
              </a:lnSpc>
              <a:spcBef>
                <a:spcPts val="0"/>
              </a:spcBef>
              <a:spcAft>
                <a:spcPts val="0"/>
              </a:spcAft>
              <a:buClr>
                <a:schemeClr val="lt1"/>
              </a:buClr>
              <a:buSzPts val="4000"/>
              <a:buNone/>
              <a:defRPr sz="4000">
                <a:solidFill>
                  <a:schemeClr val="lt1"/>
                </a:solidFill>
              </a:defRPr>
            </a:lvl1pPr>
            <a:lvl2pPr lvl="1" rtl="0">
              <a:spcBef>
                <a:spcPts val="0"/>
              </a:spcBef>
              <a:spcAft>
                <a:spcPts val="0"/>
              </a:spcAft>
              <a:buSzPts val="5200"/>
              <a:buFont typeface="DM Sans Medium"/>
              <a:buNone/>
              <a:defRPr sz="5200">
                <a:latin typeface="DM Sans Medium"/>
                <a:ea typeface="DM Sans Medium"/>
                <a:cs typeface="DM Sans Medium"/>
                <a:sym typeface="DM Sans Medium"/>
              </a:defRPr>
            </a:lvl2pPr>
            <a:lvl3pPr lvl="2" rtl="0">
              <a:spcBef>
                <a:spcPts val="0"/>
              </a:spcBef>
              <a:spcAft>
                <a:spcPts val="0"/>
              </a:spcAft>
              <a:buSzPts val="5200"/>
              <a:buFont typeface="DM Sans Medium"/>
              <a:buNone/>
              <a:defRPr sz="5200">
                <a:latin typeface="DM Sans Medium"/>
                <a:ea typeface="DM Sans Medium"/>
                <a:cs typeface="DM Sans Medium"/>
                <a:sym typeface="DM Sans Medium"/>
              </a:defRPr>
            </a:lvl3pPr>
            <a:lvl4pPr lvl="3" rtl="0">
              <a:spcBef>
                <a:spcPts val="0"/>
              </a:spcBef>
              <a:spcAft>
                <a:spcPts val="0"/>
              </a:spcAft>
              <a:buSzPts val="5200"/>
              <a:buFont typeface="DM Sans Medium"/>
              <a:buNone/>
              <a:defRPr sz="5200">
                <a:latin typeface="DM Sans Medium"/>
                <a:ea typeface="DM Sans Medium"/>
                <a:cs typeface="DM Sans Medium"/>
                <a:sym typeface="DM Sans Medium"/>
              </a:defRPr>
            </a:lvl4pPr>
            <a:lvl5pPr lvl="4" rtl="0">
              <a:spcBef>
                <a:spcPts val="0"/>
              </a:spcBef>
              <a:spcAft>
                <a:spcPts val="0"/>
              </a:spcAft>
              <a:buSzPts val="5200"/>
              <a:buFont typeface="DM Sans Medium"/>
              <a:buNone/>
              <a:defRPr sz="5200">
                <a:latin typeface="DM Sans Medium"/>
                <a:ea typeface="DM Sans Medium"/>
                <a:cs typeface="DM Sans Medium"/>
                <a:sym typeface="DM Sans Medium"/>
              </a:defRPr>
            </a:lvl5pPr>
            <a:lvl6pPr lvl="5" rtl="0">
              <a:spcBef>
                <a:spcPts val="0"/>
              </a:spcBef>
              <a:spcAft>
                <a:spcPts val="0"/>
              </a:spcAft>
              <a:buSzPts val="5200"/>
              <a:buFont typeface="DM Sans Medium"/>
              <a:buNone/>
              <a:defRPr sz="5200">
                <a:latin typeface="DM Sans Medium"/>
                <a:ea typeface="DM Sans Medium"/>
                <a:cs typeface="DM Sans Medium"/>
                <a:sym typeface="DM Sans Medium"/>
              </a:defRPr>
            </a:lvl6pPr>
            <a:lvl7pPr lvl="6" rtl="0">
              <a:spcBef>
                <a:spcPts val="0"/>
              </a:spcBef>
              <a:spcAft>
                <a:spcPts val="0"/>
              </a:spcAft>
              <a:buSzPts val="5200"/>
              <a:buFont typeface="DM Sans Medium"/>
              <a:buNone/>
              <a:defRPr sz="5200">
                <a:latin typeface="DM Sans Medium"/>
                <a:ea typeface="DM Sans Medium"/>
                <a:cs typeface="DM Sans Medium"/>
                <a:sym typeface="DM Sans Medium"/>
              </a:defRPr>
            </a:lvl7pPr>
            <a:lvl8pPr lvl="7" rtl="0">
              <a:spcBef>
                <a:spcPts val="0"/>
              </a:spcBef>
              <a:spcAft>
                <a:spcPts val="0"/>
              </a:spcAft>
              <a:buSzPts val="5200"/>
              <a:buFont typeface="DM Sans Medium"/>
              <a:buNone/>
              <a:defRPr sz="5200">
                <a:latin typeface="DM Sans Medium"/>
                <a:ea typeface="DM Sans Medium"/>
                <a:cs typeface="DM Sans Medium"/>
                <a:sym typeface="DM Sans Medium"/>
              </a:defRPr>
            </a:lvl8pPr>
            <a:lvl9pPr lvl="8" rtl="0">
              <a:spcBef>
                <a:spcPts val="0"/>
              </a:spcBef>
              <a:spcAft>
                <a:spcPts val="0"/>
              </a:spcAft>
              <a:buSzPts val="5200"/>
              <a:buFont typeface="DM Sans Medium"/>
              <a:buNone/>
              <a:defRPr sz="5200">
                <a:latin typeface="DM Sans Medium"/>
                <a:ea typeface="DM Sans Medium"/>
                <a:cs typeface="DM Sans Medium"/>
                <a:sym typeface="DM Sans Medium"/>
              </a:defRPr>
            </a:lvl9pPr>
          </a:lstStyle>
          <a:p>
            <a:endParaRPr/>
          </a:p>
        </p:txBody>
      </p:sp>
      <p:pic>
        <p:nvPicPr>
          <p:cNvPr id="86" name="Google Shape;86;p20"/>
          <p:cNvPicPr preferRelativeResize="0"/>
          <p:nvPr/>
        </p:nvPicPr>
        <p:blipFill>
          <a:blip r:embed="rId2">
            <a:alphaModFix/>
          </a:blip>
          <a:stretch>
            <a:fillRect/>
          </a:stretch>
        </p:blipFill>
        <p:spPr>
          <a:xfrm>
            <a:off x="4105074" y="4648213"/>
            <a:ext cx="933849" cy="286150"/>
          </a:xfrm>
          <a:prstGeom prst="rect">
            <a:avLst/>
          </a:prstGeom>
          <a:noFill/>
          <a:ln>
            <a:noFill/>
          </a:ln>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Blank" type="title">
  <p:cSld name="TITLE">
    <p:spTree>
      <p:nvGrpSpPr>
        <p:cNvPr id="1" name="Shape 87"/>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88400" y="382350"/>
            <a:ext cx="8367300" cy="5613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dk1"/>
              </a:buClr>
              <a:buSzPts val="1800"/>
              <a:buFont typeface="Lora"/>
              <a:buNone/>
              <a:defRPr sz="1800">
                <a:solidFill>
                  <a:schemeClr val="dk1"/>
                </a:solidFill>
                <a:latin typeface="Lora"/>
                <a:ea typeface="Lora"/>
                <a:cs typeface="Lora"/>
                <a:sym typeface="Lora"/>
              </a:defRPr>
            </a:lvl1pPr>
            <a:lvl2pPr lvl="1">
              <a:spcBef>
                <a:spcPts val="0"/>
              </a:spcBef>
              <a:spcAft>
                <a:spcPts val="0"/>
              </a:spcAft>
              <a:buClr>
                <a:schemeClr val="dk1"/>
              </a:buClr>
              <a:buSzPts val="2800"/>
              <a:buFont typeface="DM Sans Medium"/>
              <a:buNone/>
              <a:defRPr sz="2800">
                <a:solidFill>
                  <a:schemeClr val="dk1"/>
                </a:solidFill>
                <a:latin typeface="DM Sans Medium"/>
                <a:ea typeface="DM Sans Medium"/>
                <a:cs typeface="DM Sans Medium"/>
                <a:sym typeface="DM Sans Medium"/>
              </a:defRPr>
            </a:lvl2pPr>
            <a:lvl3pPr lvl="2">
              <a:spcBef>
                <a:spcPts val="0"/>
              </a:spcBef>
              <a:spcAft>
                <a:spcPts val="0"/>
              </a:spcAft>
              <a:buClr>
                <a:schemeClr val="dk1"/>
              </a:buClr>
              <a:buSzPts val="2800"/>
              <a:buFont typeface="DM Sans Medium"/>
              <a:buNone/>
              <a:defRPr sz="2800">
                <a:solidFill>
                  <a:schemeClr val="dk1"/>
                </a:solidFill>
                <a:latin typeface="DM Sans Medium"/>
                <a:ea typeface="DM Sans Medium"/>
                <a:cs typeface="DM Sans Medium"/>
                <a:sym typeface="DM Sans Medium"/>
              </a:defRPr>
            </a:lvl3pPr>
            <a:lvl4pPr lvl="3">
              <a:spcBef>
                <a:spcPts val="0"/>
              </a:spcBef>
              <a:spcAft>
                <a:spcPts val="0"/>
              </a:spcAft>
              <a:buClr>
                <a:schemeClr val="dk1"/>
              </a:buClr>
              <a:buSzPts val="2800"/>
              <a:buFont typeface="DM Sans Medium"/>
              <a:buNone/>
              <a:defRPr sz="2800">
                <a:solidFill>
                  <a:schemeClr val="dk1"/>
                </a:solidFill>
                <a:latin typeface="DM Sans Medium"/>
                <a:ea typeface="DM Sans Medium"/>
                <a:cs typeface="DM Sans Medium"/>
                <a:sym typeface="DM Sans Medium"/>
              </a:defRPr>
            </a:lvl4pPr>
            <a:lvl5pPr lvl="4">
              <a:spcBef>
                <a:spcPts val="0"/>
              </a:spcBef>
              <a:spcAft>
                <a:spcPts val="0"/>
              </a:spcAft>
              <a:buClr>
                <a:schemeClr val="dk1"/>
              </a:buClr>
              <a:buSzPts val="2800"/>
              <a:buFont typeface="DM Sans Medium"/>
              <a:buNone/>
              <a:defRPr sz="2800">
                <a:solidFill>
                  <a:schemeClr val="dk1"/>
                </a:solidFill>
                <a:latin typeface="DM Sans Medium"/>
                <a:ea typeface="DM Sans Medium"/>
                <a:cs typeface="DM Sans Medium"/>
                <a:sym typeface="DM Sans Medium"/>
              </a:defRPr>
            </a:lvl5pPr>
            <a:lvl6pPr lvl="5">
              <a:spcBef>
                <a:spcPts val="0"/>
              </a:spcBef>
              <a:spcAft>
                <a:spcPts val="0"/>
              </a:spcAft>
              <a:buClr>
                <a:schemeClr val="dk1"/>
              </a:buClr>
              <a:buSzPts val="2800"/>
              <a:buFont typeface="DM Sans Medium"/>
              <a:buNone/>
              <a:defRPr sz="2800">
                <a:solidFill>
                  <a:schemeClr val="dk1"/>
                </a:solidFill>
                <a:latin typeface="DM Sans Medium"/>
                <a:ea typeface="DM Sans Medium"/>
                <a:cs typeface="DM Sans Medium"/>
                <a:sym typeface="DM Sans Medium"/>
              </a:defRPr>
            </a:lvl6pPr>
            <a:lvl7pPr lvl="6">
              <a:spcBef>
                <a:spcPts val="0"/>
              </a:spcBef>
              <a:spcAft>
                <a:spcPts val="0"/>
              </a:spcAft>
              <a:buClr>
                <a:schemeClr val="dk1"/>
              </a:buClr>
              <a:buSzPts val="2800"/>
              <a:buFont typeface="DM Sans Medium"/>
              <a:buNone/>
              <a:defRPr sz="2800">
                <a:solidFill>
                  <a:schemeClr val="dk1"/>
                </a:solidFill>
                <a:latin typeface="DM Sans Medium"/>
                <a:ea typeface="DM Sans Medium"/>
                <a:cs typeface="DM Sans Medium"/>
                <a:sym typeface="DM Sans Medium"/>
              </a:defRPr>
            </a:lvl7pPr>
            <a:lvl8pPr lvl="7">
              <a:spcBef>
                <a:spcPts val="0"/>
              </a:spcBef>
              <a:spcAft>
                <a:spcPts val="0"/>
              </a:spcAft>
              <a:buClr>
                <a:schemeClr val="dk1"/>
              </a:buClr>
              <a:buSzPts val="2800"/>
              <a:buFont typeface="DM Sans Medium"/>
              <a:buNone/>
              <a:defRPr sz="2800">
                <a:solidFill>
                  <a:schemeClr val="dk1"/>
                </a:solidFill>
                <a:latin typeface="DM Sans Medium"/>
                <a:ea typeface="DM Sans Medium"/>
                <a:cs typeface="DM Sans Medium"/>
                <a:sym typeface="DM Sans Medium"/>
              </a:defRPr>
            </a:lvl8pPr>
            <a:lvl9pPr lvl="8">
              <a:spcBef>
                <a:spcPts val="0"/>
              </a:spcBef>
              <a:spcAft>
                <a:spcPts val="0"/>
              </a:spcAft>
              <a:buClr>
                <a:schemeClr val="dk1"/>
              </a:buClr>
              <a:buSzPts val="2800"/>
              <a:buFont typeface="DM Sans Medium"/>
              <a:buNone/>
              <a:defRPr sz="2800">
                <a:solidFill>
                  <a:schemeClr val="dk1"/>
                </a:solidFill>
                <a:latin typeface="DM Sans Medium"/>
                <a:ea typeface="DM Sans Medium"/>
                <a:cs typeface="DM Sans Medium"/>
                <a:sym typeface="DM Sans Medium"/>
              </a:defRPr>
            </a:lvl9pPr>
          </a:lstStyle>
          <a:p>
            <a:endParaRPr/>
          </a:p>
        </p:txBody>
      </p:sp>
      <p:sp>
        <p:nvSpPr>
          <p:cNvPr id="7" name="Google Shape;7;p1"/>
          <p:cNvSpPr txBox="1">
            <a:spLocks noGrp="1"/>
          </p:cNvSpPr>
          <p:nvPr>
            <p:ph type="body" idx="1"/>
          </p:nvPr>
        </p:nvSpPr>
        <p:spPr>
          <a:xfrm>
            <a:off x="388400" y="1271025"/>
            <a:ext cx="8367300" cy="3678300"/>
          </a:xfrm>
          <a:prstGeom prst="rect">
            <a:avLst/>
          </a:prstGeom>
          <a:noFill/>
          <a:ln>
            <a:noFill/>
          </a:ln>
        </p:spPr>
        <p:txBody>
          <a:bodyPr spcFirstLastPara="1" wrap="square" lIns="0" tIns="0" rIns="0" bIns="0" anchor="t" anchorCtr="0">
            <a:noAutofit/>
          </a:bodyPr>
          <a:lstStyle>
            <a:lvl1pPr marL="457200" lvl="0" indent="-292100" rtl="0">
              <a:lnSpc>
                <a:spcPct val="115000"/>
              </a:lnSpc>
              <a:spcBef>
                <a:spcPts val="0"/>
              </a:spcBef>
              <a:spcAft>
                <a:spcPts val="0"/>
              </a:spcAft>
              <a:buClr>
                <a:schemeClr val="dk1"/>
              </a:buClr>
              <a:buSzPts val="1000"/>
              <a:buFont typeface="Inter Light"/>
              <a:buChar char="●"/>
              <a:defRPr sz="1000">
                <a:solidFill>
                  <a:schemeClr val="dk1"/>
                </a:solidFill>
                <a:latin typeface="Inter Light"/>
                <a:ea typeface="Inter Light"/>
                <a:cs typeface="Inter Light"/>
                <a:sym typeface="Inter Light"/>
              </a:defRPr>
            </a:lvl1pPr>
            <a:lvl2pPr marL="914400" lvl="1" indent="-292100" rtl="0">
              <a:lnSpc>
                <a:spcPct val="115000"/>
              </a:lnSpc>
              <a:spcBef>
                <a:spcPts val="1600"/>
              </a:spcBef>
              <a:spcAft>
                <a:spcPts val="0"/>
              </a:spcAft>
              <a:buClr>
                <a:schemeClr val="dk1"/>
              </a:buClr>
              <a:buSzPts val="1000"/>
              <a:buFont typeface="Inter Light"/>
              <a:buChar char="○"/>
              <a:defRPr sz="1000">
                <a:solidFill>
                  <a:schemeClr val="dk1"/>
                </a:solidFill>
                <a:latin typeface="Inter Light"/>
                <a:ea typeface="Inter Light"/>
                <a:cs typeface="Inter Light"/>
                <a:sym typeface="Inter Light"/>
              </a:defRPr>
            </a:lvl2pPr>
            <a:lvl3pPr marL="1371600" lvl="2" indent="-292100" rtl="0">
              <a:lnSpc>
                <a:spcPct val="115000"/>
              </a:lnSpc>
              <a:spcBef>
                <a:spcPts val="1600"/>
              </a:spcBef>
              <a:spcAft>
                <a:spcPts val="0"/>
              </a:spcAft>
              <a:buClr>
                <a:schemeClr val="dk1"/>
              </a:buClr>
              <a:buSzPts val="1000"/>
              <a:buFont typeface="Inter Light"/>
              <a:buChar char="■"/>
              <a:defRPr sz="1000">
                <a:solidFill>
                  <a:schemeClr val="dk1"/>
                </a:solidFill>
                <a:latin typeface="Inter Light"/>
                <a:ea typeface="Inter Light"/>
                <a:cs typeface="Inter Light"/>
                <a:sym typeface="Inter Light"/>
              </a:defRPr>
            </a:lvl3pPr>
            <a:lvl4pPr marL="1828800" lvl="3" indent="-292100" rtl="0">
              <a:lnSpc>
                <a:spcPct val="115000"/>
              </a:lnSpc>
              <a:spcBef>
                <a:spcPts val="1600"/>
              </a:spcBef>
              <a:spcAft>
                <a:spcPts val="0"/>
              </a:spcAft>
              <a:buClr>
                <a:schemeClr val="dk1"/>
              </a:buClr>
              <a:buSzPts val="1000"/>
              <a:buFont typeface="Inter Light"/>
              <a:buChar char="●"/>
              <a:defRPr sz="1000">
                <a:solidFill>
                  <a:schemeClr val="dk1"/>
                </a:solidFill>
                <a:latin typeface="Inter Light"/>
                <a:ea typeface="Inter Light"/>
                <a:cs typeface="Inter Light"/>
                <a:sym typeface="Inter Light"/>
              </a:defRPr>
            </a:lvl4pPr>
            <a:lvl5pPr marL="2286000" lvl="4" indent="-292100" rtl="0">
              <a:lnSpc>
                <a:spcPct val="115000"/>
              </a:lnSpc>
              <a:spcBef>
                <a:spcPts val="1600"/>
              </a:spcBef>
              <a:spcAft>
                <a:spcPts val="0"/>
              </a:spcAft>
              <a:buClr>
                <a:schemeClr val="dk1"/>
              </a:buClr>
              <a:buSzPts val="1000"/>
              <a:buFont typeface="Inter Light"/>
              <a:buChar char="○"/>
              <a:defRPr sz="1000">
                <a:solidFill>
                  <a:schemeClr val="dk1"/>
                </a:solidFill>
                <a:latin typeface="Inter Light"/>
                <a:ea typeface="Inter Light"/>
                <a:cs typeface="Inter Light"/>
                <a:sym typeface="Inter Light"/>
              </a:defRPr>
            </a:lvl5pPr>
            <a:lvl6pPr marL="2743200" lvl="5" indent="-292100" rtl="0">
              <a:lnSpc>
                <a:spcPct val="115000"/>
              </a:lnSpc>
              <a:spcBef>
                <a:spcPts val="1600"/>
              </a:spcBef>
              <a:spcAft>
                <a:spcPts val="0"/>
              </a:spcAft>
              <a:buClr>
                <a:schemeClr val="dk1"/>
              </a:buClr>
              <a:buSzPts val="1000"/>
              <a:buFont typeface="Inter Light"/>
              <a:buChar char="■"/>
              <a:defRPr sz="1000">
                <a:solidFill>
                  <a:schemeClr val="dk1"/>
                </a:solidFill>
                <a:latin typeface="Inter Light"/>
                <a:ea typeface="Inter Light"/>
                <a:cs typeface="Inter Light"/>
                <a:sym typeface="Inter Light"/>
              </a:defRPr>
            </a:lvl6pPr>
            <a:lvl7pPr marL="3200400" lvl="6" indent="-292100" rtl="0">
              <a:lnSpc>
                <a:spcPct val="115000"/>
              </a:lnSpc>
              <a:spcBef>
                <a:spcPts val="1600"/>
              </a:spcBef>
              <a:spcAft>
                <a:spcPts val="0"/>
              </a:spcAft>
              <a:buClr>
                <a:schemeClr val="dk1"/>
              </a:buClr>
              <a:buSzPts val="1000"/>
              <a:buFont typeface="Inter Light"/>
              <a:buChar char="●"/>
              <a:defRPr sz="1000">
                <a:solidFill>
                  <a:schemeClr val="dk1"/>
                </a:solidFill>
                <a:latin typeface="Inter Light"/>
                <a:ea typeface="Inter Light"/>
                <a:cs typeface="Inter Light"/>
                <a:sym typeface="Inter Light"/>
              </a:defRPr>
            </a:lvl7pPr>
            <a:lvl8pPr marL="3657600" lvl="7" indent="-292100" rtl="0">
              <a:lnSpc>
                <a:spcPct val="115000"/>
              </a:lnSpc>
              <a:spcBef>
                <a:spcPts val="1600"/>
              </a:spcBef>
              <a:spcAft>
                <a:spcPts val="0"/>
              </a:spcAft>
              <a:buClr>
                <a:schemeClr val="dk1"/>
              </a:buClr>
              <a:buSzPts val="1000"/>
              <a:buFont typeface="Inter Light"/>
              <a:buChar char="○"/>
              <a:defRPr sz="1000">
                <a:solidFill>
                  <a:schemeClr val="dk1"/>
                </a:solidFill>
                <a:latin typeface="Inter Light"/>
                <a:ea typeface="Inter Light"/>
                <a:cs typeface="Inter Light"/>
                <a:sym typeface="Inter Light"/>
              </a:defRPr>
            </a:lvl8pPr>
            <a:lvl9pPr marL="4114800" lvl="8" indent="-292100" rtl="0">
              <a:lnSpc>
                <a:spcPct val="115000"/>
              </a:lnSpc>
              <a:spcBef>
                <a:spcPts val="1600"/>
              </a:spcBef>
              <a:spcAft>
                <a:spcPts val="1600"/>
              </a:spcAft>
              <a:buClr>
                <a:schemeClr val="dk1"/>
              </a:buClr>
              <a:buSzPts val="1000"/>
              <a:buFont typeface="Inter Light"/>
              <a:buChar char="■"/>
              <a:defRPr sz="1000">
                <a:solidFill>
                  <a:schemeClr val="dk1"/>
                </a:solidFill>
                <a:latin typeface="Inter Light"/>
                <a:ea typeface="Inter Light"/>
                <a:cs typeface="Inter Light"/>
                <a:sym typeface="Inter Light"/>
              </a:defRPr>
            </a:lvl9pPr>
          </a:lstStyle>
          <a:p>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8" r:id="rId10"/>
    <p:sldLayoutId id="2147483659" r:id="rId11"/>
    <p:sldLayoutId id="2147483660" r:id="rId12"/>
    <p:sldLayoutId id="2147483661" r:id="rId13"/>
    <p:sldLayoutId id="2147483662" r:id="rId14"/>
    <p:sldLayoutId id="2147483663" r:id="rId15"/>
    <p:sldLayoutId id="2147483664" r:id="rId16"/>
    <p:sldLayoutId id="2147483665" r:id="rId17"/>
    <p:sldLayoutId id="2147483666" r:id="rId18"/>
    <p:sldLayoutId id="2147483667" r:id="rId19"/>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extLst>
    <p:ext uri="{27BBF7A9-308A-43DC-89C8-2F10F3537804}">
      <p15:sldGuideLst xmlns:p15="http://schemas.microsoft.com/office/powerpoint/2012/main">
        <p15:guide id="1" pos="245">
          <p15:clr>
            <a:srgbClr val="EA4335"/>
          </p15:clr>
        </p15:guide>
        <p15:guide id="2" pos="5515">
          <p15:clr>
            <a:srgbClr val="EA4335"/>
          </p15:clr>
        </p15:guide>
        <p15:guide id="3" orient="horz" pos="241">
          <p15:clr>
            <a:srgbClr val="EA4335"/>
          </p15:clr>
        </p15:guide>
        <p15:guide id="4" orient="horz" pos="2999">
          <p15:clr>
            <a:srgbClr val="EA4335"/>
          </p15:clr>
        </p15:guide>
        <p15:guide id="5" pos="576">
          <p15:clr>
            <a:srgbClr val="EA4335"/>
          </p15:clr>
        </p15:guide>
        <p15:guide id="6" pos="692">
          <p15:clr>
            <a:srgbClr val="EA4335"/>
          </p15:clr>
        </p15:guide>
        <p15:guide id="7" pos="1139">
          <p15:clr>
            <a:srgbClr val="EA4335"/>
          </p15:clr>
        </p15:guide>
        <p15:guide id="8" pos="1030">
          <p15:clr>
            <a:srgbClr val="EA4335"/>
          </p15:clr>
        </p15:guide>
        <p15:guide id="9" pos="1484">
          <p15:clr>
            <a:srgbClr val="EA4335"/>
          </p15:clr>
        </p15:guide>
        <p15:guide id="10" pos="1930">
          <p15:clr>
            <a:srgbClr val="EA4335"/>
          </p15:clr>
        </p15:guide>
        <p15:guide id="11" pos="1586">
          <p15:clr>
            <a:srgbClr val="EA4335"/>
          </p15:clr>
        </p15:guide>
        <p15:guide id="12" pos="2045">
          <p15:clr>
            <a:srgbClr val="EA4335"/>
          </p15:clr>
        </p15:guide>
        <p15:guide id="13" pos="2376">
          <p15:clr>
            <a:srgbClr val="EA4335"/>
          </p15:clr>
        </p15:guide>
        <p15:guide id="14" pos="2496">
          <p15:clr>
            <a:srgbClr val="EA4335"/>
          </p15:clr>
        </p15:guide>
        <p15:guide id="15" pos="2824">
          <p15:clr>
            <a:srgbClr val="EA4335"/>
          </p15:clr>
        </p15:guide>
        <p15:guide id="16" pos="5186">
          <p15:clr>
            <a:srgbClr val="EA4335"/>
          </p15:clr>
        </p15:guide>
        <p15:guide id="17" pos="5073">
          <p15:clr>
            <a:srgbClr val="EA4335"/>
          </p15:clr>
        </p15:guide>
        <p15:guide id="18" pos="4735">
          <p15:clr>
            <a:srgbClr val="EA4335"/>
          </p15:clr>
        </p15:guide>
        <p15:guide id="19" pos="4617">
          <p15:clr>
            <a:srgbClr val="EA4335"/>
          </p15:clr>
        </p15:guide>
        <p15:guide id="20" pos="4289">
          <p15:clr>
            <a:srgbClr val="EA4335"/>
          </p15:clr>
        </p15:guide>
        <p15:guide id="21" pos="4177">
          <p15:clr>
            <a:srgbClr val="EA4335"/>
          </p15:clr>
        </p15:guide>
        <p15:guide id="22" pos="2941">
          <p15:clr>
            <a:srgbClr val="EA4335"/>
          </p15:clr>
        </p15:guide>
        <p15:guide id="23" pos="3275">
          <p15:clr>
            <a:srgbClr val="EA4335"/>
          </p15:clr>
        </p15:guide>
        <p15:guide id="24" pos="3387">
          <p15:clr>
            <a:srgbClr val="EA4335"/>
          </p15:clr>
        </p15:guide>
        <p15:guide id="25" pos="3720">
          <p15:clr>
            <a:srgbClr val="EA4335"/>
          </p15:clr>
        </p15:guide>
        <p15:guide id="26" pos="3833">
          <p15:clr>
            <a:srgbClr val="EA4335"/>
          </p15:clr>
        </p15:guide>
        <p15:guide id="27" orient="horz" pos="594">
          <p15:clr>
            <a:srgbClr val="EA4335"/>
          </p15:clr>
        </p15:guide>
        <p15:guide id="28" orient="horz" pos="1566">
          <p15:clr>
            <a:srgbClr val="EA4335"/>
          </p15:clr>
        </p15:guide>
        <p15:guide id="29" orient="horz" pos="1680">
          <p15:clr>
            <a:srgbClr val="EA4335"/>
          </p15:clr>
        </p15:guide>
        <p15:guide id="30" orient="horz" pos="697">
          <p15:clr>
            <a:srgbClr val="EA4335"/>
          </p15:clr>
        </p15:guide>
        <p15:guide id="31" orient="horz" pos="801">
          <p15:clr>
            <a:srgbClr val="EA4335"/>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1.xml"/><Relationship Id="rId3" Type="http://schemas.openxmlformats.org/officeDocument/2006/relationships/image" Target="../media/image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4.xml"/><Relationship Id="rId3" Type="http://schemas.openxmlformats.org/officeDocument/2006/relationships/hyperlink" Target="https://www.cms.gov/medicare/provider-enrollment-and-certification/guidanceforlawsandregulations/downloads/appendix-pp-state-operations-manual.pdf?utm_source=chatgpt.com"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6.xml"/><Relationship Id="rId3" Type="http://schemas.openxmlformats.org/officeDocument/2006/relationships/hyperlink" Target="https://www.cms.gov/medicare/provider-enrollment-and-certification/guidanceforlawsandregulations/downloads/appendix-pp-state-operations-manual.pdf?utm_source=chatgpt.com" TargetMode="External"/><Relationship Id="rId4" Type="http://schemas.openxmlformats.org/officeDocument/2006/relationships/image" Target="../media/image4.png"/><Relationship Id="rId5" Type="http://schemas.openxmlformats.org/officeDocument/2006/relationships/image" Target="../media/image1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7.xml"/><Relationship Id="rId3" Type="http://schemas.openxmlformats.org/officeDocument/2006/relationships/image" Target="../media/image5.png"/><Relationship Id="rId4" Type="http://schemas.openxmlformats.org/officeDocument/2006/relationships/image" Target="../media/image1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8.xml"/><Relationship Id="rId3" Type="http://schemas.openxmlformats.org/officeDocument/2006/relationships/image" Target="../media/image6.png"/><Relationship Id="rId4" Type="http://schemas.openxmlformats.org/officeDocument/2006/relationships/image" Target="../media/image1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9.xml"/><Relationship Id="rId3" Type="http://schemas.openxmlformats.org/officeDocument/2006/relationships/image" Target="../media/image7.png"/><Relationship Id="rId4" Type="http://schemas.openxmlformats.org/officeDocument/2006/relationships/image" Target="../media/image1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0.xml"/><Relationship Id="rId3" Type="http://schemas.openxmlformats.org/officeDocument/2006/relationships/hyperlink" Target="https://www.cms.gov/medicare/provider-enrollment-and-certification/guidanceforlawsandregulations/downloads/appendix-pp-state-operations-manual.pdf?utm_source=chatgpt.com"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2.xml"/><Relationship Id="rId3" Type="http://schemas.openxmlformats.org/officeDocument/2006/relationships/image" Target="../media/image8.png"/><Relationship Id="rId4" Type="http://schemas.openxmlformats.org/officeDocument/2006/relationships/image" Target="../media/image1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3.xml"/><Relationship Id="rId3" Type="http://schemas.openxmlformats.org/officeDocument/2006/relationships/image" Target="../media/image9.png"/><Relationship Id="rId4" Type="http://schemas.openxmlformats.org/officeDocument/2006/relationships/image" Target="../media/image16.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4.xml"/><Relationship Id="rId3" Type="http://schemas.openxmlformats.org/officeDocument/2006/relationships/image" Target="../media/image10.png"/><Relationship Id="rId4" Type="http://schemas.openxmlformats.org/officeDocument/2006/relationships/image" Target="../media/image1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5.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6.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17.xml"/><Relationship Id="rId3" Type="http://schemas.openxmlformats.org/officeDocument/2006/relationships/image" Target="../media/image3.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dk2"/>
        </a:solidFill>
        <a:effectLst/>
      </p:bgPr>
    </p:bg>
    <p:spTree>
      <p:nvGrpSpPr>
        <p:cNvPr id="1" name="Shape 91"/>
        <p:cNvGrpSpPr/>
        <p:nvPr/>
      </p:nvGrpSpPr>
      <p:grpSpPr>
        <a:xfrm>
          <a:off x="0" y="0"/>
          <a:ext cx="0" cy="0"/>
          <a:chOff x="0" y="0"/>
          <a:chExt cx="0" cy="0"/>
        </a:xfrm>
      </p:grpSpPr>
      <p:sp>
        <p:nvSpPr>
          <p:cNvPr id="2" name="Rectangle 1"/>
          <p:cNvSpPr/>
          <p:nvPr/>
        </p:nvSpPr>
        <p:spPr>
          <a:xfrm>
            <a:off x="0" y="0"/>
            <a:ext cx="9144000" cy="51435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384048" cy="5143500"/>
          </a:xfrm>
          <a:prstGeom prst="rect">
            <a:avLst/>
          </a:prstGeom>
          <a:solidFill>
            <a:srgbClr val="7DB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ounded Rectangle 3"/>
          <p:cNvSpPr/>
          <p:nvPr/>
        </p:nvSpPr>
        <p:spPr>
          <a:xfrm>
            <a:off x="713231" y="1051560"/>
            <a:ext cx="7271203" cy="2331720"/>
          </a:xfrm>
          <a:prstGeom prst="roundRect">
            <a:avLst/>
          </a:prstGeom>
          <a:solidFill>
            <a:srgbClr val="EBF6F1"/>
          </a:solidFill>
          <a:ln>
            <a:solidFill>
              <a:srgbClr val="EBF6F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domas_logo_transparent.png"/>
          <p:cNvPicPr>
            <a:picLocks noChangeAspect="1"/>
          </p:cNvPicPr>
          <p:nvPr/>
        </p:nvPicPr>
        <p:blipFill>
          <a:blip r:embed="rId3"/>
          <a:stretch>
            <a:fillRect/>
          </a:stretch>
        </p:blipFill>
        <p:spPr>
          <a:xfrm>
            <a:off x="8359185" y="128015"/>
            <a:ext cx="643083" cy="643083"/>
          </a:xfrm>
          <a:prstGeom prst="rect">
            <a:avLst/>
          </a:prstGeom>
        </p:spPr>
      </p:pic>
      <p:sp>
        <p:nvSpPr>
          <p:cNvPr id="6" name="TextBox 5"/>
          <p:cNvSpPr txBox="1"/>
          <p:nvPr/>
        </p:nvSpPr>
        <p:spPr>
          <a:xfrm>
            <a:off x="7219188" y="4343400"/>
            <a:ext cx="3566160" cy="182880"/>
          </a:xfrm>
          <a:prstGeom prst="rect">
            <a:avLst/>
          </a:prstGeom>
          <a:noFill/>
        </p:spPr>
        <p:txBody>
          <a:bodyPr wrap="none">
            <a:spAutoFit/>
          </a:bodyPr>
          <a:lstStyle/>
          <a:p>
            <a:pPr algn="l"/>
            <a:r>
              <a:rPr sz="1000" b="1" dirty="0">
                <a:solidFill>
                  <a:srgbClr val="5B9D83"/>
                </a:solidFill>
                <a:latin typeface="Arial"/>
              </a:rPr>
              <a:t>THE DOMAS GROUP LLC</a:t>
            </a:r>
          </a:p>
        </p:txBody>
      </p:sp>
      <p:sp>
        <p:nvSpPr>
          <p:cNvPr id="7" name="TextBox 6"/>
          <p:cNvSpPr txBox="1"/>
          <p:nvPr/>
        </p:nvSpPr>
        <p:spPr>
          <a:xfrm>
            <a:off x="749808" y="1078992"/>
            <a:ext cx="5212080" cy="1325880"/>
          </a:xfrm>
          <a:prstGeom prst="rect">
            <a:avLst/>
          </a:prstGeom>
          <a:noFill/>
        </p:spPr>
        <p:txBody>
          <a:bodyPr wrap="none">
            <a:spAutoFit/>
          </a:bodyPr>
          <a:lstStyle/>
          <a:p>
            <a:pPr algn="l"/>
            <a:r>
              <a:rPr sz="2300" b="1">
                <a:solidFill>
                  <a:srgbClr val="0B2D5C"/>
                </a:solidFill>
                <a:latin typeface="Times New Roman"/>
              </a:rPr>
              <a:t>Healthcare Operations</a:t>
            </a:r>
          </a:p>
          <a:p>
            <a:pPr algn="l"/>
            <a:r>
              <a:rPr sz="2300" b="1">
                <a:solidFill>
                  <a:srgbClr val="0B2D5C"/>
                </a:solidFill>
                <a:latin typeface="Times New Roman"/>
              </a:rPr>
              <a:t>Benchmarking &amp; Risk Monitoring</a:t>
            </a:r>
          </a:p>
        </p:txBody>
      </p:sp>
      <p:sp>
        <p:nvSpPr>
          <p:cNvPr id="8" name="Rectangle 7"/>
          <p:cNvSpPr/>
          <p:nvPr/>
        </p:nvSpPr>
        <p:spPr>
          <a:xfrm>
            <a:off x="932688" y="2130552"/>
            <a:ext cx="1188720" cy="50800"/>
          </a:xfrm>
          <a:prstGeom prst="rect">
            <a:avLst/>
          </a:prstGeom>
          <a:solidFill>
            <a:srgbClr val="5B9D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49808" y="2450592"/>
            <a:ext cx="5394960" cy="347472"/>
          </a:xfrm>
          <a:prstGeom prst="rect">
            <a:avLst/>
          </a:prstGeom>
          <a:noFill/>
        </p:spPr>
        <p:txBody>
          <a:bodyPr wrap="none">
            <a:spAutoFit/>
          </a:bodyPr>
          <a:lstStyle/>
          <a:p>
            <a:pPr algn="l"/>
            <a:r>
              <a:rPr sz="1500" b="1">
                <a:solidFill>
                  <a:srgbClr val="0D6F73"/>
                </a:solidFill>
                <a:latin typeface="Times New Roman"/>
              </a:rPr>
              <a:t>Analytics &amp; Decision Support Case Study</a:t>
            </a:r>
          </a:p>
        </p:txBody>
      </p:sp>
      <p:sp>
        <p:nvSpPr>
          <p:cNvPr id="10" name="TextBox 9"/>
          <p:cNvSpPr txBox="1"/>
          <p:nvPr/>
        </p:nvSpPr>
        <p:spPr>
          <a:xfrm>
            <a:off x="749808" y="2788920"/>
            <a:ext cx="6766560" cy="640080"/>
          </a:xfrm>
          <a:prstGeom prst="rect">
            <a:avLst/>
          </a:prstGeom>
          <a:noFill/>
        </p:spPr>
        <p:txBody>
          <a:bodyPr wrap="square">
            <a:spAutoFit/>
          </a:bodyPr>
          <a:lstStyle/>
          <a:p>
            <a:pPr algn="l"/>
            <a:r>
              <a:rPr sz="1140" b="0">
                <a:solidFill>
                  <a:srgbClr val="26303A"/>
                </a:solidFill>
                <a:latin typeface="Times New Roman"/>
              </a:rPr>
              <a:t>An anonymized healthcare operations analysis showing how structured data rules, validation, benchmarking, and monitoring can support operational review and decision-making.</a:t>
            </a:r>
          </a:p>
        </p:txBody>
      </p:sp>
      <p:sp>
        <p:nvSpPr>
          <p:cNvPr id="11" name="Rectangle 10"/>
          <p:cNvSpPr/>
          <p:nvPr/>
        </p:nvSpPr>
        <p:spPr>
          <a:xfrm>
            <a:off x="0" y="4759452"/>
            <a:ext cx="9144000" cy="384048"/>
          </a:xfrm>
          <a:prstGeom prst="rect">
            <a:avLst/>
          </a:prstGeom>
          <a:solidFill>
            <a:srgbClr val="7DB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320040" y="4823460"/>
            <a:ext cx="3840480" cy="164592"/>
          </a:xfrm>
          <a:prstGeom prst="rect">
            <a:avLst/>
          </a:prstGeom>
          <a:noFill/>
        </p:spPr>
        <p:txBody>
          <a:bodyPr wrap="none">
            <a:spAutoFit/>
          </a:bodyPr>
          <a:lstStyle/>
          <a:p>
            <a:pPr algn="l"/>
            <a:r>
              <a:rPr sz="850" b="0">
                <a:solidFill>
                  <a:srgbClr val="FFFFFF"/>
                </a:solidFill>
                <a:latin typeface="Arial"/>
              </a:rPr>
              <a:t>© 2026 The DOMAS Group LLC. All rights reserved.</a:t>
            </a:r>
          </a:p>
        </p:txBody>
      </p:sp>
      <p:sp>
        <p:nvSpPr>
          <p:cNvPr id="13" name="TextBox 12"/>
          <p:cNvSpPr txBox="1"/>
          <p:nvPr/>
        </p:nvSpPr>
        <p:spPr>
          <a:xfrm>
            <a:off x="6629400" y="4814316"/>
            <a:ext cx="2194560" cy="201168"/>
          </a:xfrm>
          <a:prstGeom prst="rect">
            <a:avLst/>
          </a:prstGeom>
          <a:noFill/>
        </p:spPr>
        <p:txBody>
          <a:bodyPr wrap="none">
            <a:spAutoFit/>
          </a:bodyPr>
          <a:lstStyle/>
          <a:p>
            <a:pPr algn="r"/>
            <a:r>
              <a:rPr sz="850" b="0">
                <a:solidFill>
                  <a:srgbClr val="FFFFFF"/>
                </a:solidFill>
                <a:latin typeface="Arial"/>
              </a:rPr>
              <a:t>Anonymized portfolio case study</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48">
          <a:extLst>
            <a:ext uri="{FF2B5EF4-FFF2-40B4-BE49-F238E27FC236}">
              <a16:creationId xmlns:a16="http://schemas.microsoft.com/office/drawing/2014/main" id="{9C438B73-8B16-1235-4730-4F7AB07A82F3}"/>
            </a:ext>
          </a:extLst>
        </p:cNvPr>
        <p:cNvGrpSpPr/>
        <p:nvPr/>
      </p:nvGrpSpPr>
      <p:grpSpPr>
        <a:xfrm>
          <a:off x="0" y="0"/>
          <a:ext cx="0" cy="0"/>
          <a:chOff x="0" y="0"/>
          <a:chExt cx="0" cy="0"/>
        </a:xfrm>
      </p:grpSpPr>
      <p:sp>
        <p:nvSpPr>
          <p:cNvPr id="149" name="Google Shape;149;p27">
            <a:extLst>
              <a:ext uri="{FF2B5EF4-FFF2-40B4-BE49-F238E27FC236}">
                <a16:creationId xmlns:a16="http://schemas.microsoft.com/office/drawing/2014/main" id="{C900AD21-66BE-1B92-A0CF-B3A617EE6618}"/>
              </a:ext>
            </a:extLst>
          </p:cNvPr>
          <p:cNvSpPr txBox="1">
            <a:spLocks noGrp="1"/>
          </p:cNvSpPr>
          <p:nvPr>
            <p:ph type="title" idx="4294967295"/>
          </p:nvPr>
        </p:nvSpPr>
        <p:spPr>
          <a:xfrm>
            <a:off x="388399" y="382350"/>
            <a:ext cx="8458057" cy="843136"/>
          </a:xfrm>
          <a:prstGeom prst="rect">
            <a:avLst/>
          </a:prstGeom>
        </p:spPr>
        <p:txBody>
          <a:bodyPr spcFirstLastPara="1" wrap="square" lIns="0" tIns="0" rIns="0" bIns="0" anchor="t" anchorCtr="0">
            <a:noAutofit/>
          </a:bodyPr>
          <a:lstStyle/>
          <a:p>
            <a:r>
              <a:rPr sz="1600" b="1">
                <a:latin typeface="Arial"/>
              </a:rPr>
              <a:t>Analytic need</a:t>
            </a:r>
            <a:endParaRPr sz="2000" b="1" dirty="0"/>
          </a:p>
        </p:txBody>
      </p:sp>
      <p:sp>
        <p:nvSpPr>
          <p:cNvPr id="13" name="TextBox 12">
            <a:extLst>
              <a:ext uri="{FF2B5EF4-FFF2-40B4-BE49-F238E27FC236}">
                <a16:creationId xmlns:a16="http://schemas.microsoft.com/office/drawing/2014/main" id="{E12408C9-A71A-9118-FF93-DC9A28A9761D}"/>
              </a:ext>
            </a:extLst>
          </p:cNvPr>
          <p:cNvSpPr txBox="1"/>
          <p:nvPr/>
        </p:nvSpPr>
        <p:spPr>
          <a:xfrm>
            <a:off x="388399" y="1481328"/>
            <a:ext cx="8183879" cy="2423160"/>
          </a:xfrm>
          <a:prstGeom prst="rect">
            <a:avLst/>
          </a:prstGeom>
          <a:noFill/>
        </p:spPr>
        <p:txBody>
          <a:bodyPr wrap="square">
            <a:spAutoFit/>
          </a:bodyPr>
          <a:lstStyle/>
          <a:p>
            <a:pPr marL="285750" indent="-285750" algn="l">
              <a:spcAft>
                <a:spcPts val="1300"/>
              </a:spcAft>
              <a:buFont typeface="Arial" panose="020B0604020202020204" pitchFamily="34" charset="0"/>
              <a:buNone/>
            </a:pPr>
            <a:r>
              <a:rPr sz="1550" b="1">
                <a:latin typeface="Times New Roman"/>
              </a:rPr>
              <a:t>Weight monitoring: </a:t>
            </a:r>
            <a:r>
              <a:rPr sz="1550">
                <a:latin typeface="Times New Roman"/>
              </a:rPr>
              <a:t>Use recurring weight data to identify clinically meaningful change and monitoring gaps. Comparable measures across communities help show where weight-change prevalence, event frequency, or longer weigh-in intervals warrant closer operational review.</a:t>
            </a:r>
          </a:p>
          <a:p>
            <a:pPr algn="l">
              <a:spcAft>
                <a:spcPts val="0"/>
              </a:spcAft>
              <a:buNone/>
            </a:pPr>
            <a:r>
              <a:rPr sz="1550" b="1">
                <a:latin typeface="Times New Roman"/>
              </a:rPr>
              <a:t>Incident monitoring: </a:t>
            </a:r>
            <a:r>
              <a:rPr sz="1550">
                <a:latin typeface="Times New Roman"/>
              </a:rPr>
              <a:t>Use fall-related event data to assess repeat falls, event frequency, and time between incidents. Normalized benchmarks support fairer community comparisons, help distinguish broad resident involvement from repeated events among smaller groups, and identify locations that may warrant follow-up.</a:t>
            </a:r>
          </a:p>
        </p:txBody>
      </p:sp>
      <p:sp>
        <p:nvSpPr>
          <p:cNvPr id="150" name="Rectangle 149"/>
          <p:cNvSpPr/>
          <p:nvPr/>
        </p:nvSpPr>
        <p:spPr>
          <a:xfrm>
            <a:off x="365760" y="4759452"/>
            <a:ext cx="8412480" cy="19050"/>
          </a:xfrm>
          <a:prstGeom prst="rect">
            <a:avLst/>
          </a:prstGeom>
          <a:solidFill>
            <a:srgbClr val="F2F6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1" name="Rectangle 150"/>
          <p:cNvSpPr/>
          <p:nvPr/>
        </p:nvSpPr>
        <p:spPr>
          <a:xfrm>
            <a:off x="0" y="4759452"/>
            <a:ext cx="9144000" cy="384048"/>
          </a:xfrm>
          <a:prstGeom prst="rect">
            <a:avLst/>
          </a:prstGeom>
          <a:solidFill>
            <a:srgbClr val="7DB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2" name="TextBox 151"/>
          <p:cNvSpPr txBox="1"/>
          <p:nvPr/>
        </p:nvSpPr>
        <p:spPr>
          <a:xfrm>
            <a:off x="320040" y="4823460"/>
            <a:ext cx="3840480" cy="164592"/>
          </a:xfrm>
          <a:prstGeom prst="rect">
            <a:avLst/>
          </a:prstGeom>
          <a:noFill/>
        </p:spPr>
        <p:txBody>
          <a:bodyPr wrap="none">
            <a:spAutoFit/>
          </a:bodyPr>
          <a:lstStyle/>
          <a:p>
            <a:pPr algn="l"/>
            <a:r>
              <a:rPr sz="850" b="0">
                <a:solidFill>
                  <a:srgbClr val="FFFFFF"/>
                </a:solidFill>
                <a:latin typeface="Arial"/>
              </a:rPr>
              <a:t>© 2026 The DOMAS Group LLC. All rights reserved.</a:t>
            </a:r>
          </a:p>
        </p:txBody>
      </p:sp>
      <p:sp>
        <p:nvSpPr>
          <p:cNvPr id="153" name="TextBox 152"/>
          <p:cNvSpPr txBox="1"/>
          <p:nvPr/>
        </p:nvSpPr>
        <p:spPr>
          <a:xfrm>
            <a:off x="6629400" y="4814316"/>
            <a:ext cx="2194560" cy="201168"/>
          </a:xfrm>
          <a:prstGeom prst="rect">
            <a:avLst/>
          </a:prstGeom>
          <a:noFill/>
        </p:spPr>
        <p:txBody>
          <a:bodyPr wrap="none">
            <a:spAutoFit/>
          </a:bodyPr>
          <a:lstStyle/>
          <a:p>
            <a:pPr algn="r"/>
            <a:r>
              <a:rPr sz="850" b="0">
                <a:solidFill>
                  <a:srgbClr val="FFFFFF"/>
                </a:solidFill>
                <a:latin typeface="Arial"/>
              </a:rPr>
              <a:t>Anonymized portfolio case study</a:t>
            </a:r>
          </a:p>
        </p:txBody>
      </p:sp>
      <p:sp>
        <p:nvSpPr>
          <p:cNvPr id="154" name="Rectangle 153"/>
          <p:cNvSpPr/>
          <p:nvPr/>
        </p:nvSpPr>
        <p:spPr>
          <a:xfrm>
            <a:off x="521207" y="941832"/>
            <a:ext cx="868680" cy="38100"/>
          </a:xfrm>
          <a:prstGeom prst="rect">
            <a:avLst/>
          </a:prstGeom>
          <a:solidFill>
            <a:srgbClr val="5B9D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extLst>
      <p:ext uri="{BB962C8B-B14F-4D97-AF65-F5344CB8AC3E}">
        <p14:creationId xmlns:p14="http://schemas.microsoft.com/office/powerpoint/2010/main" val="374309146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48">
          <a:extLst>
            <a:ext uri="{FF2B5EF4-FFF2-40B4-BE49-F238E27FC236}">
              <a16:creationId xmlns:a16="http://schemas.microsoft.com/office/drawing/2014/main" id="{F0B26AFC-EEB6-8017-E3B3-366A89267BE1}"/>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1CCB55CC-4BF2-E900-12B7-B1FA59034E7A}"/>
              </a:ext>
            </a:extLst>
          </p:cNvPr>
          <p:cNvSpPr txBox="1"/>
          <p:nvPr/>
        </p:nvSpPr>
        <p:spPr>
          <a:xfrm>
            <a:off x="365760" y="2252975"/>
            <a:ext cx="8303114" cy="2693045"/>
          </a:xfrm>
          <a:prstGeom prst="rect">
            <a:avLst/>
          </a:prstGeom>
          <a:noFill/>
        </p:spPr>
        <p:txBody>
          <a:bodyPr wrap="square">
            <a:spAutoFit/>
          </a:bodyPr>
          <a:lstStyle/>
          <a:p>
            <a:r>
              <a:rPr lang="en-US" sz="1300" b="1" dirty="0">
                <a:solidFill>
                  <a:srgbClr val="222D3A"/>
                </a:solidFill>
                <a:latin typeface="Times New Roman" pitchFamily="2" charset="0"/>
              </a:rPr>
              <a:t>Key Business Rules Applied:</a:t>
            </a:r>
          </a:p>
          <a:p>
            <a:pPr marL="285750" indent="-285750">
              <a:buFont typeface="Arial" panose="020B0604020202020204" pitchFamily="34" charset="0"/>
              <a:buChar char="•"/>
            </a:pPr>
            <a:r>
              <a:rPr lang="en-US" sz="1300" dirty="0">
                <a:solidFill>
                  <a:srgbClr val="222D3A"/>
                </a:solidFill>
                <a:latin typeface="Times New Roman" pitchFamily="2" charset="0"/>
              </a:rPr>
              <a:t>Each weight record represents a single, valid measurement per resident per day.</a:t>
            </a:r>
          </a:p>
          <a:p>
            <a:pPr marL="285750" indent="-285750">
              <a:buFont typeface="Arial" panose="020B0604020202020204" pitchFamily="34" charset="0"/>
              <a:buChar char="•"/>
            </a:pPr>
            <a:r>
              <a:rPr lang="en-US" sz="1300" dirty="0">
                <a:solidFill>
                  <a:srgbClr val="222D3A"/>
                </a:solidFill>
                <a:latin typeface="Times New Roman" pitchFamily="2" charset="0"/>
              </a:rPr>
              <a:t>Implausible weights (&lt; 70 </a:t>
            </a:r>
            <a:r>
              <a:rPr lang="en-US" sz="1300" dirty="0" err="1">
                <a:solidFill>
                  <a:srgbClr val="222D3A"/>
                </a:solidFill>
                <a:latin typeface="Times New Roman" pitchFamily="2" charset="0"/>
              </a:rPr>
              <a:t>lbs</a:t>
            </a:r>
            <a:r>
              <a:rPr lang="en-US" sz="1300" dirty="0">
                <a:solidFill>
                  <a:srgbClr val="222D3A"/>
                </a:solidFill>
                <a:latin typeface="Times New Roman" pitchFamily="2" charset="0"/>
              </a:rPr>
              <a:t> / &gt; 450 </a:t>
            </a:r>
            <a:r>
              <a:rPr lang="en-US" sz="1300" dirty="0" err="1">
                <a:solidFill>
                  <a:srgbClr val="222D3A"/>
                </a:solidFill>
                <a:latin typeface="Times New Roman" pitchFamily="2" charset="0"/>
              </a:rPr>
              <a:t>lbs</a:t>
            </a:r>
            <a:r>
              <a:rPr lang="en-US" sz="1300" dirty="0">
                <a:solidFill>
                  <a:srgbClr val="222D3A"/>
                </a:solidFill>
                <a:latin typeface="Times New Roman" pitchFamily="2" charset="0"/>
              </a:rPr>
              <a:t>) were excluded to ensure realistic clinical ranges.</a:t>
            </a:r>
          </a:p>
          <a:p>
            <a:pPr marL="285750" indent="-285750">
              <a:buFont typeface="Arial" panose="020B0604020202020204" pitchFamily="34" charset="0"/>
              <a:buChar char="•"/>
            </a:pPr>
            <a:r>
              <a:rPr lang="en-US" sz="1300" dirty="0">
                <a:solidFill>
                  <a:srgbClr val="222D3A"/>
                </a:solidFill>
                <a:latin typeface="Times New Roman" pitchFamily="2" charset="0"/>
              </a:rPr>
              <a:t>Only the most recent weight per day was retained for accurate trend modeling.</a:t>
            </a:r>
          </a:p>
          <a:p>
            <a:pPr marL="285750" indent="-285750">
              <a:buFont typeface="Arial" panose="020B0604020202020204" pitchFamily="34" charset="0"/>
              <a:buChar char="•"/>
            </a:pPr>
            <a:r>
              <a:rPr lang="en-US" sz="1300" dirty="0">
                <a:solidFill>
                  <a:srgbClr val="222D3A"/>
                </a:solidFill>
                <a:latin typeface="Times New Roman" pitchFamily="2" charset="0"/>
              </a:rPr>
              <a:t>Monitoring intervals and threshold events (±5 % / ±10 %) were calculated consistently across communities.</a:t>
            </a:r>
          </a:p>
          <a:p>
            <a:pPr marL="285750" indent="-285750">
              <a:buFont typeface="Arial" panose="020B0604020202020204" pitchFamily="34" charset="0"/>
              <a:buChar char="•"/>
            </a:pPr>
            <a:r>
              <a:rPr lang="en-US" sz="1300" dirty="0">
                <a:solidFill>
                  <a:srgbClr val="222D3A"/>
                </a:solidFill>
                <a:latin typeface="Times New Roman" pitchFamily="2" charset="0"/>
              </a:rPr>
              <a:t>Fall-related incidents were isolated using a standardized ‘</a:t>
            </a:r>
            <a:r>
              <a:rPr lang="en-US" sz="1300" dirty="0" err="1">
                <a:solidFill>
                  <a:srgbClr val="222D3A"/>
                </a:solidFill>
                <a:latin typeface="Times New Roman" pitchFamily="2" charset="0"/>
              </a:rPr>
              <a:t>is_fall</a:t>
            </a:r>
            <a:r>
              <a:rPr lang="en-US" sz="1300" dirty="0">
                <a:solidFill>
                  <a:srgbClr val="222D3A"/>
                </a:solidFill>
                <a:latin typeface="Times New Roman" pitchFamily="2" charset="0"/>
              </a:rPr>
              <a:t>’ flag.</a:t>
            </a:r>
          </a:p>
          <a:p>
            <a:pPr marL="285750" indent="-285750">
              <a:buFont typeface="Arial" panose="020B0604020202020204" pitchFamily="34" charset="0"/>
              <a:buChar char="•"/>
            </a:pPr>
            <a:r>
              <a:rPr lang="en-US" sz="1300" dirty="0">
                <a:solidFill>
                  <a:srgbClr val="222D3A"/>
                </a:solidFill>
                <a:latin typeface="Times New Roman" pitchFamily="2" charset="0"/>
              </a:rPr>
              <a:t>Days-between events were calculated per resident, then summarized using resident-median → global median.</a:t>
            </a:r>
          </a:p>
          <a:p>
            <a:pPr marL="285750" indent="-285750">
              <a:buFont typeface="Arial" panose="020B0604020202020204" pitchFamily="34" charset="0"/>
              <a:buChar char="•"/>
            </a:pPr>
            <a:r>
              <a:rPr lang="en-US" sz="1300" dirty="0">
                <a:solidFill>
                  <a:srgbClr val="222D3A"/>
                </a:solidFill>
                <a:latin typeface="Times New Roman" pitchFamily="2" charset="0"/>
              </a:rPr>
              <a:t>Repeat-fall rates were based on the minimum interval between consecutive falls.</a:t>
            </a:r>
          </a:p>
          <a:p>
            <a:pPr marL="285750" indent="-285750">
              <a:buFont typeface="Arial" panose="020B0604020202020204" pitchFamily="34" charset="0"/>
              <a:buChar char="•"/>
            </a:pPr>
            <a:r>
              <a:rPr lang="en-US" sz="1300" dirty="0">
                <a:solidFill>
                  <a:srgbClr val="222D3A"/>
                </a:solidFill>
                <a:latin typeface="Times New Roman" pitchFamily="2" charset="0"/>
              </a:rPr>
              <a:t>Community-level rates (e.g., incidents per 100 residents) were normalized using unique resident counts.</a:t>
            </a:r>
          </a:p>
          <a:p>
            <a:endParaRPr lang="en-US" sz="1300" dirty="0">
              <a:latin typeface="Lora" pitchFamily="2" charset="0"/>
            </a:endParaRPr>
          </a:p>
        </p:txBody>
      </p:sp>
      <p:sp>
        <p:nvSpPr>
          <p:cNvPr id="149" name="Google Shape;149;p27">
            <a:extLst>
              <a:ext uri="{FF2B5EF4-FFF2-40B4-BE49-F238E27FC236}">
                <a16:creationId xmlns:a16="http://schemas.microsoft.com/office/drawing/2014/main" id="{C4AAFB7C-2B80-8E66-971B-22A6838DFBFD}"/>
              </a:ext>
            </a:extLst>
          </p:cNvPr>
          <p:cNvSpPr txBox="1">
            <a:spLocks noGrp="1"/>
          </p:cNvSpPr>
          <p:nvPr>
            <p:ph type="title" idx="4294967295"/>
          </p:nvPr>
        </p:nvSpPr>
        <p:spPr>
          <a:xfrm>
            <a:off x="388399" y="382350"/>
            <a:ext cx="8458057" cy="843136"/>
          </a:xfrm>
          <a:prstGeom prst="rect">
            <a:avLst/>
          </a:prstGeom>
        </p:spPr>
        <p:txBody>
          <a:bodyPr spcFirstLastPara="1" wrap="square" lIns="0" tIns="0" rIns="0" bIns="0" anchor="t" anchorCtr="0">
            <a:noAutofit/>
          </a:bodyPr>
          <a:lstStyle/>
          <a:p>
            <a:r>
              <a:rPr sz="1600" b="1">
                <a:solidFill>
                  <a:srgbClr val="222D3A"/>
                </a:solidFill>
                <a:latin typeface="Arial"/>
              </a:rPr>
              <a:t>Data Overview</a:t>
            </a:r>
            <a:endParaRPr sz="2000" b="1" dirty="0"/>
          </a:p>
        </p:txBody>
      </p:sp>
      <p:graphicFrame>
        <p:nvGraphicFramePr>
          <p:cNvPr id="5" name="Table 4">
            <a:extLst>
              <a:ext uri="{FF2B5EF4-FFF2-40B4-BE49-F238E27FC236}">
                <a16:creationId xmlns:a16="http://schemas.microsoft.com/office/drawing/2014/main" id="{75CB2539-4537-C9FC-5C48-974972E9C678}"/>
              </a:ext>
            </a:extLst>
          </p:cNvPr>
          <p:cNvGraphicFramePr>
            <a:graphicFrameLocks noGrp="1"/>
          </p:cNvGraphicFramePr>
          <p:nvPr>
            <p:extLst>
              <p:ext uri="{D42A27DB-BD31-4B8C-83A1-F6EECF244321}">
                <p14:modId xmlns:p14="http://schemas.microsoft.com/office/powerpoint/2010/main" val="2495237314"/>
              </p:ext>
            </p:extLst>
          </p:nvPr>
        </p:nvGraphicFramePr>
        <p:xfrm>
          <a:off x="452487" y="1225486"/>
          <a:ext cx="7826540" cy="914400"/>
        </p:xfrm>
        <a:graphic>
          <a:graphicData uri="http://schemas.openxmlformats.org/drawingml/2006/table">
            <a:tbl>
              <a:tblPr firstRow="1" bandRow="1">
                <a:tableStyleId>{506B5915-A98E-4E56-8D00-E4F5FFEB1B49}</a:tableStyleId>
              </a:tblPr>
              <a:tblGrid>
                <a:gridCol w="1197492">
                  <a:extLst>
                    <a:ext uri="{9D8B030D-6E8A-4147-A177-3AD203B41FA5}">
                      <a16:colId xmlns:a16="http://schemas.microsoft.com/office/drawing/2014/main" val="2703834180"/>
                    </a:ext>
                  </a:extLst>
                </a:gridCol>
                <a:gridCol w="1516160">
                  <a:extLst>
                    <a:ext uri="{9D8B030D-6E8A-4147-A177-3AD203B41FA5}">
                      <a16:colId xmlns:a16="http://schemas.microsoft.com/office/drawing/2014/main" val="1079218220"/>
                    </a:ext>
                  </a:extLst>
                </a:gridCol>
                <a:gridCol w="5112888">
                  <a:extLst>
                    <a:ext uri="{9D8B030D-6E8A-4147-A177-3AD203B41FA5}">
                      <a16:colId xmlns:a16="http://schemas.microsoft.com/office/drawing/2014/main" val="122366651"/>
                    </a:ext>
                  </a:extLst>
                </a:gridCol>
              </a:tblGrid>
              <a:tr h="0">
                <a:tc>
                  <a:txBody>
                    <a:bodyPr/>
                    <a:lstStyle/>
                    <a:p>
                      <a:r>
                        <a:rPr lang="en-US" b="1" dirty="0">
                          <a:latin typeface="Times New Roman" pitchFamily="2" charset="0"/>
                        </a:rPr>
                        <a:t>Dataset</a:t>
                      </a:r>
                    </a:p>
                  </a:txBody>
                  <a:tcPr/>
                </a:tc>
                <a:tc>
                  <a:txBody>
                    <a:bodyPr/>
                    <a:lstStyle/>
                    <a:p>
                      <a:r>
                        <a:rPr lang="en-US" b="1" dirty="0">
                          <a:latin typeface="Times New Roman" pitchFamily="2" charset="0"/>
                        </a:rPr>
                        <a:t>Type</a:t>
                      </a:r>
                    </a:p>
                  </a:txBody>
                  <a:tcPr/>
                </a:tc>
                <a:tc>
                  <a:txBody>
                    <a:bodyPr/>
                    <a:lstStyle/>
                    <a:p>
                      <a:r>
                        <a:rPr lang="en-US" b="1" dirty="0">
                          <a:latin typeface="Times New Roman" pitchFamily="2" charset="0"/>
                        </a:rPr>
                        <a:t>Records</a:t>
                      </a:r>
                    </a:p>
                  </a:txBody>
                  <a:tcPr/>
                </a:tc>
                <a:extLst>
                  <a:ext uri="{0D108BD9-81ED-4DB2-BD59-A6C34878D82A}">
                    <a16:rowId xmlns:a16="http://schemas.microsoft.com/office/drawing/2014/main" val="2494033070"/>
                  </a:ext>
                </a:extLst>
              </a:tr>
              <a:tr h="124883">
                <a:tc>
                  <a:txBody>
                    <a:bodyPr/>
                    <a:lstStyle/>
                    <a:p>
                      <a:r>
                        <a:rPr lang="en-US" dirty="0">
                          <a:latin typeface="Times New Roman" pitchFamily="2" charset="0"/>
                        </a:rPr>
                        <a:t>Weights</a:t>
                      </a:r>
                    </a:p>
                  </a:txBody>
                  <a:tcPr/>
                </a:tc>
                <a:tc>
                  <a:txBody>
                    <a:bodyPr/>
                    <a:lstStyle/>
                    <a:p>
                      <a:r>
                        <a:rPr lang="en-US" dirty="0">
                          <a:latin typeface="Times New Roman" pitchFamily="2" charset="0"/>
                        </a:rPr>
                        <a:t>Time-series</a:t>
                      </a:r>
                    </a:p>
                  </a:txBody>
                  <a:tcPr/>
                </a:tc>
                <a:tc>
                  <a:txBody>
                    <a:bodyPr/>
                    <a:lstStyle/>
                    <a:p>
                      <a:r>
                        <a:rPr lang="en-US" dirty="0">
                          <a:latin typeface="Times New Roman" pitchFamily="2" charset="0"/>
                        </a:rPr>
                        <a:t>De-identified event data</a:t>
                      </a:r>
                    </a:p>
                  </a:txBody>
                  <a:tcPr/>
                </a:tc>
                <a:extLst>
                  <a:ext uri="{0D108BD9-81ED-4DB2-BD59-A6C34878D82A}">
                    <a16:rowId xmlns:a16="http://schemas.microsoft.com/office/drawing/2014/main" val="2137831660"/>
                  </a:ext>
                </a:extLst>
              </a:tr>
              <a:tr h="0">
                <a:tc>
                  <a:txBody>
                    <a:bodyPr/>
                    <a:lstStyle/>
                    <a:p>
                      <a:r>
                        <a:rPr lang="en-US" dirty="0">
                          <a:latin typeface="Times New Roman" pitchFamily="2" charset="0"/>
                        </a:rPr>
                        <a:t>Falls</a:t>
                      </a:r>
                    </a:p>
                  </a:txBody>
                  <a:tcPr/>
                </a:tc>
                <a:tc>
                  <a:txBody>
                    <a:bodyPr/>
                    <a:lstStyle/>
                    <a:p>
                      <a:r>
                        <a:rPr lang="en-US" dirty="0">
                          <a:latin typeface="Times New Roman" pitchFamily="2" charset="0"/>
                        </a:rPr>
                        <a:t>Event-based</a:t>
                      </a:r>
                    </a:p>
                  </a:txBody>
                  <a:tcPr/>
                </a:tc>
                <a:tc>
                  <a:txBody>
                    <a:bodyPr/>
                    <a:lstStyle/>
                    <a:p>
                      <a:r>
                        <a:rPr lang="en-US" dirty="0">
                          <a:latin typeface="Times New Roman" pitchFamily="2" charset="0"/>
                        </a:rPr>
                        <a:t>De-identified incident data</a:t>
                      </a:r>
                    </a:p>
                  </a:txBody>
                  <a:tcPr/>
                </a:tc>
                <a:extLst>
                  <a:ext uri="{0D108BD9-81ED-4DB2-BD59-A6C34878D82A}">
                    <a16:rowId xmlns:a16="http://schemas.microsoft.com/office/drawing/2014/main" val="2260890243"/>
                  </a:ext>
                </a:extLst>
              </a:tr>
            </a:tbl>
          </a:graphicData>
        </a:graphic>
      </p:graphicFrame>
      <p:sp>
        <p:nvSpPr>
          <p:cNvPr id="150" name="Rectangle 149"/>
          <p:cNvSpPr/>
          <p:nvPr/>
        </p:nvSpPr>
        <p:spPr>
          <a:xfrm>
            <a:off x="365760" y="4759452"/>
            <a:ext cx="8412480" cy="19050"/>
          </a:xfrm>
          <a:prstGeom prst="rect">
            <a:avLst/>
          </a:prstGeom>
          <a:solidFill>
            <a:srgbClr val="F2F6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1" name="Rectangle 150"/>
          <p:cNvSpPr/>
          <p:nvPr/>
        </p:nvSpPr>
        <p:spPr>
          <a:xfrm>
            <a:off x="0" y="4759452"/>
            <a:ext cx="9144000" cy="384048"/>
          </a:xfrm>
          <a:prstGeom prst="rect">
            <a:avLst/>
          </a:prstGeom>
          <a:solidFill>
            <a:srgbClr val="7DB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2" name="TextBox 151"/>
          <p:cNvSpPr txBox="1"/>
          <p:nvPr/>
        </p:nvSpPr>
        <p:spPr>
          <a:xfrm>
            <a:off x="320040" y="4823460"/>
            <a:ext cx="3840480" cy="164592"/>
          </a:xfrm>
          <a:prstGeom prst="rect">
            <a:avLst/>
          </a:prstGeom>
          <a:noFill/>
        </p:spPr>
        <p:txBody>
          <a:bodyPr wrap="none">
            <a:spAutoFit/>
          </a:bodyPr>
          <a:lstStyle/>
          <a:p>
            <a:pPr algn="l"/>
            <a:r>
              <a:rPr sz="850" b="0">
                <a:solidFill>
                  <a:srgbClr val="FFFFFF"/>
                </a:solidFill>
                <a:latin typeface="Arial"/>
              </a:rPr>
              <a:t>© 2026 The DOMAS Group LLC. All rights reserved.</a:t>
            </a:r>
          </a:p>
        </p:txBody>
      </p:sp>
      <p:sp>
        <p:nvSpPr>
          <p:cNvPr id="153" name="TextBox 152"/>
          <p:cNvSpPr txBox="1"/>
          <p:nvPr/>
        </p:nvSpPr>
        <p:spPr>
          <a:xfrm>
            <a:off x="6629400" y="4814316"/>
            <a:ext cx="2194560" cy="201168"/>
          </a:xfrm>
          <a:prstGeom prst="rect">
            <a:avLst/>
          </a:prstGeom>
          <a:noFill/>
        </p:spPr>
        <p:txBody>
          <a:bodyPr wrap="none">
            <a:spAutoFit/>
          </a:bodyPr>
          <a:lstStyle/>
          <a:p>
            <a:pPr algn="r"/>
            <a:r>
              <a:rPr sz="850" b="0">
                <a:solidFill>
                  <a:srgbClr val="FFFFFF"/>
                </a:solidFill>
                <a:latin typeface="Arial"/>
              </a:rPr>
              <a:t>Anonymized portfolio case study</a:t>
            </a:r>
          </a:p>
        </p:txBody>
      </p:sp>
      <p:sp>
        <p:nvSpPr>
          <p:cNvPr id="154" name="Rectangle 153"/>
          <p:cNvSpPr/>
          <p:nvPr/>
        </p:nvSpPr>
        <p:spPr>
          <a:xfrm>
            <a:off x="521207" y="941832"/>
            <a:ext cx="868680" cy="38100"/>
          </a:xfrm>
          <a:prstGeom prst="rect">
            <a:avLst/>
          </a:prstGeom>
          <a:solidFill>
            <a:srgbClr val="5B9D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extLst>
      <p:ext uri="{BB962C8B-B14F-4D97-AF65-F5344CB8AC3E}">
        <p14:creationId xmlns:p14="http://schemas.microsoft.com/office/powerpoint/2010/main" val="55143853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48">
          <a:extLst>
            <a:ext uri="{FF2B5EF4-FFF2-40B4-BE49-F238E27FC236}">
              <a16:creationId xmlns:a16="http://schemas.microsoft.com/office/drawing/2014/main" id="{978F7BFB-9D5F-CED6-3337-04BE39DB2BEE}"/>
            </a:ext>
          </a:extLst>
        </p:cNvPr>
        <p:cNvGrpSpPr/>
        <p:nvPr/>
      </p:nvGrpSpPr>
      <p:grpSpPr>
        <a:xfrm>
          <a:off x="0" y="0"/>
          <a:ext cx="0" cy="0"/>
          <a:chOff x="0" y="0"/>
          <a:chExt cx="0" cy="0"/>
        </a:xfrm>
      </p:grpSpPr>
      <p:sp>
        <p:nvSpPr>
          <p:cNvPr id="149" name="Google Shape;149;p27">
            <a:extLst>
              <a:ext uri="{FF2B5EF4-FFF2-40B4-BE49-F238E27FC236}">
                <a16:creationId xmlns:a16="http://schemas.microsoft.com/office/drawing/2014/main" id="{C2AA2106-DEE5-EBAD-A560-61AD2CF17759}"/>
              </a:ext>
            </a:extLst>
          </p:cNvPr>
          <p:cNvSpPr txBox="1">
            <a:spLocks noGrp="1"/>
          </p:cNvSpPr>
          <p:nvPr>
            <p:ph type="title" idx="4294967295"/>
          </p:nvPr>
        </p:nvSpPr>
        <p:spPr>
          <a:xfrm>
            <a:off x="388399" y="382349"/>
            <a:ext cx="8458057" cy="566928"/>
          </a:xfrm>
          <a:prstGeom prst="rect">
            <a:avLst/>
          </a:prstGeom>
        </p:spPr>
        <p:txBody>
          <a:bodyPr spcFirstLastPara="1" wrap="square" lIns="0" tIns="0" rIns="0" bIns="0" anchor="t" anchorCtr="0">
            <a:noAutofit/>
          </a:bodyPr>
          <a:lstStyle/>
          <a:p>
            <a:pPr algn="l"/>
            <a:r>
              <a:rPr sz="1750" b="1">
                <a:solidFill>
                  <a:srgbClr val="273039"/>
                </a:solidFill>
                <a:latin typeface="Arial"/>
              </a:rPr>
              <a:t>Weight benchmark definitions</a:t>
            </a:r>
            <a:endParaRPr sz="2000" b="1" dirty="0"/>
          </a:p>
        </p:txBody>
      </p:sp>
      <p:sp>
        <p:nvSpPr>
          <p:cNvPr id="11" name="Google Shape;149;p27">
            <a:extLst>
              <a:ext uri="{FF2B5EF4-FFF2-40B4-BE49-F238E27FC236}">
                <a16:creationId xmlns:a16="http://schemas.microsoft.com/office/drawing/2014/main" id="{F5B77B37-F329-0910-6189-25A5BE1178AB}"/>
              </a:ext>
            </a:extLst>
          </p:cNvPr>
          <p:cNvSpPr txBox="1">
            <a:spLocks/>
          </p:cNvSpPr>
          <p:nvPr/>
        </p:nvSpPr>
        <p:spPr>
          <a:xfrm>
            <a:off x="388399" y="4761151"/>
            <a:ext cx="8458057" cy="281214"/>
          </a:xfrm>
          <a:prstGeom prst="rect">
            <a:avLst/>
          </a:prstGeom>
          <a:noFill/>
          <a:ln>
            <a:noFill/>
          </a:ln>
        </p:spPr>
        <p:txBody>
          <a:bodyPr spcFirstLastPara="1" wrap="square" lIns="0" tIns="0" rIns="0" bIns="0" anchor="t"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SzPts val="1800"/>
              <a:buFont typeface="Lora"/>
              <a:buNone/>
              <a:defRPr sz="1800" b="0" i="0" u="none" strike="noStrike" cap="none">
                <a:solidFill>
                  <a:schemeClr val="dk1"/>
                </a:solidFill>
                <a:latin typeface="Lora"/>
                <a:ea typeface="Lora"/>
                <a:cs typeface="Lora"/>
                <a:sym typeface="Lora"/>
              </a:defRPr>
            </a:lvl1pPr>
            <a:lvl2pPr marR="0" lvl="1" algn="l" rtl="0">
              <a:lnSpc>
                <a:spcPct val="100000"/>
              </a:lnSpc>
              <a:spcBef>
                <a:spcPts val="0"/>
              </a:spcBef>
              <a:spcAft>
                <a:spcPts val="0"/>
              </a:spcAft>
              <a:buClr>
                <a:schemeClr val="dk1"/>
              </a:buClr>
              <a:buSzPts val="2800"/>
              <a:buFont typeface="DM Sans Medium"/>
              <a:buNone/>
              <a:defRPr sz="2800" b="0" i="0" u="none" strike="noStrike" cap="none">
                <a:solidFill>
                  <a:schemeClr val="dk1"/>
                </a:solidFill>
                <a:latin typeface="DM Sans Medium"/>
                <a:ea typeface="DM Sans Medium"/>
                <a:cs typeface="DM Sans Medium"/>
                <a:sym typeface="DM Sans Medium"/>
              </a:defRPr>
            </a:lvl2pPr>
            <a:lvl3pPr marR="0" lvl="2" algn="l" rtl="0">
              <a:lnSpc>
                <a:spcPct val="100000"/>
              </a:lnSpc>
              <a:spcBef>
                <a:spcPts val="0"/>
              </a:spcBef>
              <a:spcAft>
                <a:spcPts val="0"/>
              </a:spcAft>
              <a:buClr>
                <a:schemeClr val="dk1"/>
              </a:buClr>
              <a:buSzPts val="2800"/>
              <a:buFont typeface="DM Sans Medium"/>
              <a:buNone/>
              <a:defRPr sz="2800" b="0" i="0" u="none" strike="noStrike" cap="none">
                <a:solidFill>
                  <a:schemeClr val="dk1"/>
                </a:solidFill>
                <a:latin typeface="DM Sans Medium"/>
                <a:ea typeface="DM Sans Medium"/>
                <a:cs typeface="DM Sans Medium"/>
                <a:sym typeface="DM Sans Medium"/>
              </a:defRPr>
            </a:lvl3pPr>
            <a:lvl4pPr marR="0" lvl="3" algn="l" rtl="0">
              <a:lnSpc>
                <a:spcPct val="100000"/>
              </a:lnSpc>
              <a:spcBef>
                <a:spcPts val="0"/>
              </a:spcBef>
              <a:spcAft>
                <a:spcPts val="0"/>
              </a:spcAft>
              <a:buClr>
                <a:schemeClr val="dk1"/>
              </a:buClr>
              <a:buSzPts val="2800"/>
              <a:buFont typeface="DM Sans Medium"/>
              <a:buNone/>
              <a:defRPr sz="2800" b="0" i="0" u="none" strike="noStrike" cap="none">
                <a:solidFill>
                  <a:schemeClr val="dk1"/>
                </a:solidFill>
                <a:latin typeface="DM Sans Medium"/>
                <a:ea typeface="DM Sans Medium"/>
                <a:cs typeface="DM Sans Medium"/>
                <a:sym typeface="DM Sans Medium"/>
              </a:defRPr>
            </a:lvl4pPr>
            <a:lvl5pPr marR="0" lvl="4" algn="l" rtl="0">
              <a:lnSpc>
                <a:spcPct val="100000"/>
              </a:lnSpc>
              <a:spcBef>
                <a:spcPts val="0"/>
              </a:spcBef>
              <a:spcAft>
                <a:spcPts val="0"/>
              </a:spcAft>
              <a:buClr>
                <a:schemeClr val="dk1"/>
              </a:buClr>
              <a:buSzPts val="2800"/>
              <a:buFont typeface="DM Sans Medium"/>
              <a:buNone/>
              <a:defRPr sz="2800" b="0" i="0" u="none" strike="noStrike" cap="none">
                <a:solidFill>
                  <a:schemeClr val="dk1"/>
                </a:solidFill>
                <a:latin typeface="DM Sans Medium"/>
                <a:ea typeface="DM Sans Medium"/>
                <a:cs typeface="DM Sans Medium"/>
                <a:sym typeface="DM Sans Medium"/>
              </a:defRPr>
            </a:lvl5pPr>
            <a:lvl6pPr marR="0" lvl="5" algn="l" rtl="0">
              <a:lnSpc>
                <a:spcPct val="100000"/>
              </a:lnSpc>
              <a:spcBef>
                <a:spcPts val="0"/>
              </a:spcBef>
              <a:spcAft>
                <a:spcPts val="0"/>
              </a:spcAft>
              <a:buClr>
                <a:schemeClr val="dk1"/>
              </a:buClr>
              <a:buSzPts val="2800"/>
              <a:buFont typeface="DM Sans Medium"/>
              <a:buNone/>
              <a:defRPr sz="2800" b="0" i="0" u="none" strike="noStrike" cap="none">
                <a:solidFill>
                  <a:schemeClr val="dk1"/>
                </a:solidFill>
                <a:latin typeface="DM Sans Medium"/>
                <a:ea typeface="DM Sans Medium"/>
                <a:cs typeface="DM Sans Medium"/>
                <a:sym typeface="DM Sans Medium"/>
              </a:defRPr>
            </a:lvl6pPr>
            <a:lvl7pPr marR="0" lvl="6" algn="l" rtl="0">
              <a:lnSpc>
                <a:spcPct val="100000"/>
              </a:lnSpc>
              <a:spcBef>
                <a:spcPts val="0"/>
              </a:spcBef>
              <a:spcAft>
                <a:spcPts val="0"/>
              </a:spcAft>
              <a:buClr>
                <a:schemeClr val="dk1"/>
              </a:buClr>
              <a:buSzPts val="2800"/>
              <a:buFont typeface="DM Sans Medium"/>
              <a:buNone/>
              <a:defRPr sz="2800" b="0" i="0" u="none" strike="noStrike" cap="none">
                <a:solidFill>
                  <a:schemeClr val="dk1"/>
                </a:solidFill>
                <a:latin typeface="DM Sans Medium"/>
                <a:ea typeface="DM Sans Medium"/>
                <a:cs typeface="DM Sans Medium"/>
                <a:sym typeface="DM Sans Medium"/>
              </a:defRPr>
            </a:lvl7pPr>
            <a:lvl8pPr marR="0" lvl="7" algn="l" rtl="0">
              <a:lnSpc>
                <a:spcPct val="100000"/>
              </a:lnSpc>
              <a:spcBef>
                <a:spcPts val="0"/>
              </a:spcBef>
              <a:spcAft>
                <a:spcPts val="0"/>
              </a:spcAft>
              <a:buClr>
                <a:schemeClr val="dk1"/>
              </a:buClr>
              <a:buSzPts val="2800"/>
              <a:buFont typeface="DM Sans Medium"/>
              <a:buNone/>
              <a:defRPr sz="2800" b="0" i="0" u="none" strike="noStrike" cap="none">
                <a:solidFill>
                  <a:schemeClr val="dk1"/>
                </a:solidFill>
                <a:latin typeface="DM Sans Medium"/>
                <a:ea typeface="DM Sans Medium"/>
                <a:cs typeface="DM Sans Medium"/>
                <a:sym typeface="DM Sans Medium"/>
              </a:defRPr>
            </a:lvl8pPr>
            <a:lvl9pPr marR="0" lvl="8" algn="l" rtl="0">
              <a:lnSpc>
                <a:spcPct val="100000"/>
              </a:lnSpc>
              <a:spcBef>
                <a:spcPts val="0"/>
              </a:spcBef>
              <a:spcAft>
                <a:spcPts val="0"/>
              </a:spcAft>
              <a:buClr>
                <a:schemeClr val="dk1"/>
              </a:buClr>
              <a:buSzPts val="2800"/>
              <a:buFont typeface="DM Sans Medium"/>
              <a:buNone/>
              <a:defRPr sz="2800" b="0" i="0" u="none" strike="noStrike" cap="none">
                <a:solidFill>
                  <a:schemeClr val="dk1"/>
                </a:solidFill>
                <a:latin typeface="DM Sans Medium"/>
                <a:ea typeface="DM Sans Medium"/>
                <a:cs typeface="DM Sans Medium"/>
                <a:sym typeface="DM Sans Medium"/>
              </a:defRPr>
            </a:lvl9pPr>
          </a:lstStyle>
          <a:p>
            <a:r>
              <a:rPr lang="en-US" sz="800" baseline="30000" dirty="0">
                <a:latin typeface="Times New Roman" pitchFamily="2" charset="0"/>
              </a:rPr>
              <a:t>1 </a:t>
            </a:r>
            <a:r>
              <a:rPr lang="en-US" sz="700" dirty="0">
                <a:latin typeface="Arial"/>
              </a:rPr>
              <a:t>Centers for Medicare &amp; Medicaid Services. </a:t>
            </a:r>
            <a:r>
              <a:rPr lang="en-US" sz="700" i="1" dirty="0">
                <a:latin typeface="Arial"/>
              </a:rPr>
              <a:t>State Operations Manual: Appendix PP – Guidance to Surveyors for Long Term Care Facilities</a:t>
            </a:r>
            <a:r>
              <a:rPr lang="en-US" sz="700" dirty="0">
                <a:latin typeface="Arial"/>
              </a:rPr>
              <a:t>. Rev. 173, November 22, 2017. Accessed November 11, 2025. </a:t>
            </a:r>
            <a:r>
              <a:rPr lang="en-US" sz="700" dirty="0">
                <a:latin typeface="Arial"/>
                <a:hlinkClick r:id="rId3"/>
              </a:rPr>
              <a:t>https://www.cms.gov/medicare/provider-enrollment-and-certification/guidanceforlawsandregulations/downloads/appendix-pp-state-operations-manual.pdf</a:t>
            </a:r>
            <a:endParaRPr lang="en-US" sz="700" b="1" i="1" dirty="0"/>
          </a:p>
        </p:txBody>
      </p:sp>
      <p:graphicFrame>
        <p:nvGraphicFramePr>
          <p:cNvPr id="3" name="Table 2">
            <a:extLst>
              <a:ext uri="{FF2B5EF4-FFF2-40B4-BE49-F238E27FC236}">
                <a16:creationId xmlns:a16="http://schemas.microsoft.com/office/drawing/2014/main" id="{1E2A4BD5-8BDA-D774-54C4-AC15B43C36AC}"/>
              </a:ext>
            </a:extLst>
          </p:cNvPr>
          <p:cNvGraphicFramePr>
            <a:graphicFrameLocks noGrp="1"/>
          </p:cNvGraphicFramePr>
          <p:nvPr>
            <p:extLst>
              <p:ext uri="{D42A27DB-BD31-4B8C-83A1-F6EECF244321}">
                <p14:modId xmlns:p14="http://schemas.microsoft.com/office/powerpoint/2010/main" val="2997089371"/>
              </p:ext>
            </p:extLst>
          </p:nvPr>
        </p:nvGraphicFramePr>
        <p:xfrm>
          <a:off x="388938" y="1024128"/>
          <a:ext cx="8457518" cy="3273552"/>
        </p:xfrm>
        <a:graphic>
          <a:graphicData uri="http://schemas.openxmlformats.org/drawingml/2006/table">
            <a:tbl>
              <a:tblPr>
                <a:tableStyleId>{506B5915-A98E-4E56-8D00-E4F5FFEB1B49}</a:tableStyleId>
              </a:tblPr>
              <a:tblGrid>
                <a:gridCol w="225392">
                  <a:extLst>
                    <a:ext uri="{9D8B030D-6E8A-4147-A177-3AD203B41FA5}">
                      <a16:colId xmlns:a16="http://schemas.microsoft.com/office/drawing/2014/main" val="675412286"/>
                    </a:ext>
                  </a:extLst>
                </a:gridCol>
                <a:gridCol w="1881735">
                  <a:extLst>
                    <a:ext uri="{9D8B030D-6E8A-4147-A177-3AD203B41FA5}">
                      <a16:colId xmlns:a16="http://schemas.microsoft.com/office/drawing/2014/main" val="2662057736"/>
                    </a:ext>
                  </a:extLst>
                </a:gridCol>
                <a:gridCol w="3179805">
                  <a:extLst>
                    <a:ext uri="{9D8B030D-6E8A-4147-A177-3AD203B41FA5}">
                      <a16:colId xmlns:a16="http://schemas.microsoft.com/office/drawing/2014/main" val="2380589085"/>
                    </a:ext>
                  </a:extLst>
                </a:gridCol>
                <a:gridCol w="3170586">
                  <a:extLst>
                    <a:ext uri="{9D8B030D-6E8A-4147-A177-3AD203B41FA5}">
                      <a16:colId xmlns:a16="http://schemas.microsoft.com/office/drawing/2014/main" val="2038069971"/>
                    </a:ext>
                  </a:extLst>
                </a:gridCol>
              </a:tblGrid>
              <a:tr h="347472">
                <a:tc>
                  <a:txBody>
                    <a:bodyPr/>
                    <a:lstStyle/>
                    <a:p>
                      <a:pPr>
                        <a:buNone/>
                      </a:pPr>
                      <a:endParaRPr lang="en-US" sz="1200" b="1">
                        <a:latin typeface="Lora" pitchFamily="2" charset="0"/>
                      </a:endParaRPr>
                    </a:p>
                  </a:txBody>
                  <a:tcPr anchor="ctr" marL="36576" marR="36576" marT="18288" marB="18288"/>
                </a:tc>
                <a:tc>
                  <a:txBody>
                    <a:bodyPr/>
                    <a:lstStyle/>
                    <a:p>
                      <a:pPr>
                        <a:buNone/>
                      </a:pPr>
                      <a:r>
                        <a:rPr lang="en-US" sz="1000" b="1" dirty="0">
                          <a:latin typeface="Arial" pitchFamily="2" charset="0"/>
                        </a:rPr>
                        <a:t>Benchmark</a:t>
                      </a:r>
                    </a:p>
                  </a:txBody>
                  <a:tcPr anchor="ctr" marL="36576" marR="36576" marT="18288" marB="18288"/>
                </a:tc>
                <a:tc>
                  <a:txBody>
                    <a:bodyPr/>
                    <a:lstStyle/>
                    <a:p>
                      <a:pPr>
                        <a:buNone/>
                      </a:pPr>
                      <a:r>
                        <a:rPr lang="en-US" sz="1000" b="1">
                          <a:latin typeface="Arial" pitchFamily="2" charset="0"/>
                        </a:rPr>
                        <a:t>What It Captures</a:t>
                      </a:r>
                    </a:p>
                  </a:txBody>
                  <a:tcPr anchor="ctr" marL="36576" marR="36576" marT="18288" marB="18288"/>
                </a:tc>
                <a:tc>
                  <a:txBody>
                    <a:bodyPr/>
                    <a:lstStyle/>
                    <a:p>
                      <a:pPr>
                        <a:buNone/>
                      </a:pPr>
                      <a:r>
                        <a:rPr lang="en-US" sz="1000" b="1" dirty="0">
                          <a:latin typeface="Arial" pitchFamily="2" charset="0"/>
                        </a:rPr>
                        <a:t>Why It Matters</a:t>
                      </a:r>
                    </a:p>
                  </a:txBody>
                  <a:tcPr anchor="ctr" marL="36576" marR="36576" marT="18288" marB="18288"/>
                </a:tc>
                <a:extLst>
                  <a:ext uri="{0D108BD9-81ED-4DB2-BD59-A6C34878D82A}">
                    <a16:rowId xmlns:a16="http://schemas.microsoft.com/office/drawing/2014/main" val="261985176"/>
                  </a:ext>
                </a:extLst>
              </a:tr>
              <a:tr h="731520">
                <a:tc>
                  <a:txBody>
                    <a:bodyPr/>
                    <a:lstStyle/>
                    <a:p>
                      <a:pPr>
                        <a:buNone/>
                      </a:pPr>
                      <a:r>
                        <a:rPr lang="en-US" sz="940" dirty="0">
                          <a:latin typeface="Arial" pitchFamily="2" charset="0"/>
                        </a:rPr>
                        <a:t>1</a:t>
                      </a:r>
                    </a:p>
                  </a:txBody>
                  <a:tcPr anchor="ctr" marL="36576" marR="36576" marT="18288" marB="18288"/>
                </a:tc>
                <a:tc>
                  <a:txBody>
                    <a:bodyPr/>
                    <a:lstStyle/>
                    <a:p>
                      <a:pPr>
                        <a:buNone/>
                      </a:pPr>
                      <a:r>
                        <a:rPr lang="en-US" sz="940" b="1" dirty="0">
                          <a:latin typeface="Arial" pitchFamily="2" charset="0"/>
                        </a:rPr>
                        <a:t>% of Residents with ≥ 1 Weight-Change Event (≥ ±5 % / 30 d or ± 10 % / 180 d)</a:t>
                      </a:r>
                      <a:endParaRPr lang="en-US" sz="1200" dirty="0">
                        <a:latin typeface="Lora" pitchFamily="2" charset="0"/>
                      </a:endParaRPr>
                    </a:p>
                  </a:txBody>
                  <a:tcPr anchor="ctr" marL="36576" marR="36576" marT="18288" marB="18288"/>
                </a:tc>
                <a:tc>
                  <a:txBody>
                    <a:bodyPr/>
                    <a:lstStyle/>
                    <a:p>
                      <a:pPr>
                        <a:buNone/>
                      </a:pPr>
                      <a:r>
                        <a:rPr lang="en-US" sz="940">
                          <a:latin typeface="Arial" pitchFamily="2" charset="0"/>
                        </a:rPr>
                        <a:t>Prevalence of residents showing clinically meaningful change in body weight.</a:t>
                      </a:r>
                    </a:p>
                  </a:txBody>
                  <a:tcPr anchor="ctr" marL="36576" marR="36576" marT="18288" marB="18288"/>
                </a:tc>
                <a:tc>
                  <a:txBody>
                    <a:bodyPr/>
                    <a:lstStyle/>
                    <a:p>
                      <a:pPr>
                        <a:buNone/>
                      </a:pPr>
                      <a:r>
                        <a:rPr lang="en-US" sz="940" dirty="0">
                          <a:latin typeface="Arial" pitchFamily="2" charset="0"/>
                        </a:rPr>
                        <a:t>Signals the proportion of residents potentially at nutritional or health risk; high values may indicate unstable populations or measurement inconsistency.</a:t>
                      </a:r>
                    </a:p>
                  </a:txBody>
                  <a:tcPr anchor="ctr" marL="36576" marR="36576" marT="18288" marB="18288"/>
                </a:tc>
                <a:extLst>
                  <a:ext uri="{0D108BD9-81ED-4DB2-BD59-A6C34878D82A}">
                    <a16:rowId xmlns:a16="http://schemas.microsoft.com/office/drawing/2014/main" val="2514676396"/>
                  </a:ext>
                </a:extLst>
              </a:tr>
              <a:tr h="731520">
                <a:tc>
                  <a:txBody>
                    <a:bodyPr/>
                    <a:lstStyle/>
                    <a:p>
                      <a:pPr>
                        <a:buNone/>
                      </a:pPr>
                      <a:r>
                        <a:rPr lang="en-US" sz="940" dirty="0">
                          <a:latin typeface="Arial" pitchFamily="2" charset="0"/>
                        </a:rPr>
                        <a:t>2</a:t>
                      </a:r>
                    </a:p>
                  </a:txBody>
                  <a:tcPr anchor="ctr" marL="36576" marR="36576" marT="18288" marB="18288"/>
                </a:tc>
                <a:tc>
                  <a:txBody>
                    <a:bodyPr/>
                    <a:lstStyle/>
                    <a:p>
                      <a:pPr>
                        <a:buNone/>
                      </a:pPr>
                      <a:r>
                        <a:rPr lang="en-US" sz="940" b="1" dirty="0">
                          <a:latin typeface="Arial" pitchFamily="2" charset="0"/>
                        </a:rPr>
                        <a:t>Weight-Change Events per 100 Residents</a:t>
                      </a:r>
                      <a:endParaRPr lang="en-US" sz="1200" dirty="0">
                        <a:latin typeface="Lora" pitchFamily="2" charset="0"/>
                      </a:endParaRPr>
                    </a:p>
                  </a:txBody>
                  <a:tcPr anchor="ctr" marL="36576" marR="36576" marT="18288" marB="18288"/>
                </a:tc>
                <a:tc>
                  <a:txBody>
                    <a:bodyPr/>
                    <a:lstStyle/>
                    <a:p>
                      <a:pPr>
                        <a:buNone/>
                      </a:pPr>
                      <a:r>
                        <a:rPr lang="en-US" sz="940">
                          <a:latin typeface="Arial" pitchFamily="2" charset="0"/>
                        </a:rPr>
                        <a:t>Frequency of threshold-crossing events normalized to population size.</a:t>
                      </a:r>
                    </a:p>
                  </a:txBody>
                  <a:tcPr anchor="ctr" marL="36576" marR="36576" marT="18288" marB="18288"/>
                </a:tc>
                <a:tc>
                  <a:txBody>
                    <a:bodyPr/>
                    <a:lstStyle/>
                    <a:p>
                      <a:pPr>
                        <a:buNone/>
                      </a:pPr>
                      <a:r>
                        <a:rPr lang="en-US" sz="940">
                          <a:latin typeface="Arial" pitchFamily="2" charset="0"/>
                        </a:rPr>
                        <a:t>Allows comparison across communities regardless of census; rising rates suggest recurring instability among monitored residents.</a:t>
                      </a:r>
                    </a:p>
                  </a:txBody>
                  <a:tcPr anchor="ctr" marL="36576" marR="36576" marT="18288" marB="18288"/>
                </a:tc>
                <a:extLst>
                  <a:ext uri="{0D108BD9-81ED-4DB2-BD59-A6C34878D82A}">
                    <a16:rowId xmlns:a16="http://schemas.microsoft.com/office/drawing/2014/main" val="2993347602"/>
                  </a:ext>
                </a:extLst>
              </a:tr>
              <a:tr h="731520">
                <a:tc>
                  <a:txBody>
                    <a:bodyPr/>
                    <a:lstStyle/>
                    <a:p>
                      <a:pPr>
                        <a:buNone/>
                      </a:pPr>
                      <a:r>
                        <a:rPr lang="en-US" sz="940" dirty="0">
                          <a:latin typeface="Arial" pitchFamily="2" charset="0"/>
                        </a:rPr>
                        <a:t>3</a:t>
                      </a:r>
                    </a:p>
                  </a:txBody>
                  <a:tcPr anchor="ctr" marL="36576" marR="36576" marT="18288" marB="18288"/>
                </a:tc>
                <a:tc>
                  <a:txBody>
                    <a:bodyPr/>
                    <a:lstStyle/>
                    <a:p>
                      <a:pPr>
                        <a:buNone/>
                      </a:pPr>
                      <a:r>
                        <a:rPr lang="en-US" sz="940" b="1" dirty="0">
                          <a:latin typeface="Arial" pitchFamily="2" charset="0"/>
                        </a:rPr>
                        <a:t>Median Days Between Weigh-Ins</a:t>
                      </a:r>
                      <a:endParaRPr lang="en-US" sz="1200" dirty="0">
                        <a:latin typeface="Lora" pitchFamily="2" charset="0"/>
                      </a:endParaRPr>
                    </a:p>
                  </a:txBody>
                  <a:tcPr anchor="ctr" marL="36576" marR="36576" marT="18288" marB="18288"/>
                </a:tc>
                <a:tc>
                  <a:txBody>
                    <a:bodyPr/>
                    <a:lstStyle/>
                    <a:p>
                      <a:pPr>
                        <a:buNone/>
                      </a:pPr>
                      <a:r>
                        <a:rPr lang="en-US" sz="940">
                          <a:latin typeface="Arial" pitchFamily="2" charset="0"/>
                        </a:rPr>
                        <a:t>Typical cadence of resident weight monitoring.</a:t>
                      </a:r>
                    </a:p>
                  </a:txBody>
                  <a:tcPr anchor="ctr" marL="36576" marR="36576" marT="18288" marB="18288"/>
                </a:tc>
                <a:tc>
                  <a:txBody>
                    <a:bodyPr/>
                    <a:lstStyle/>
                    <a:p>
                      <a:pPr>
                        <a:buNone/>
                      </a:pPr>
                      <a:r>
                        <a:rPr lang="en-US" sz="940">
                          <a:latin typeface="Arial" pitchFamily="2" charset="0"/>
                        </a:rPr>
                        <a:t>Reflects adherence to expected monitoring schedules; longer intervals reduce ability to detect early risk.</a:t>
                      </a:r>
                    </a:p>
                  </a:txBody>
                  <a:tcPr anchor="ctr" marL="36576" marR="36576" marT="18288" marB="18288"/>
                </a:tc>
                <a:extLst>
                  <a:ext uri="{0D108BD9-81ED-4DB2-BD59-A6C34878D82A}">
                    <a16:rowId xmlns:a16="http://schemas.microsoft.com/office/drawing/2014/main" val="3868377279"/>
                  </a:ext>
                </a:extLst>
              </a:tr>
              <a:tr h="731520">
                <a:tc>
                  <a:txBody>
                    <a:bodyPr/>
                    <a:lstStyle/>
                    <a:p>
                      <a:pPr>
                        <a:buNone/>
                      </a:pPr>
                      <a:r>
                        <a:rPr lang="en-US" sz="940" dirty="0">
                          <a:latin typeface="Arial" pitchFamily="2" charset="0"/>
                        </a:rPr>
                        <a:t>4</a:t>
                      </a:r>
                    </a:p>
                  </a:txBody>
                  <a:tcPr anchor="ctr" marL="36576" marR="36576" marT="18288" marB="18288"/>
                </a:tc>
                <a:tc>
                  <a:txBody>
                    <a:bodyPr/>
                    <a:lstStyle/>
                    <a:p>
                      <a:pPr>
                        <a:buNone/>
                      </a:pPr>
                      <a:r>
                        <a:rPr lang="en-US" sz="940" b="1" dirty="0">
                          <a:latin typeface="Arial" pitchFamily="2" charset="0"/>
                        </a:rPr>
                        <a:t>% Residents with &gt; 30 Days Between Weigh-Ins</a:t>
                      </a:r>
                      <a:endParaRPr lang="en-US" sz="1200" dirty="0">
                        <a:latin typeface="Lora" pitchFamily="2" charset="0"/>
                      </a:endParaRPr>
                    </a:p>
                  </a:txBody>
                  <a:tcPr anchor="ctr" marL="36576" marR="36576" marT="18288" marB="18288"/>
                </a:tc>
                <a:tc>
                  <a:txBody>
                    <a:bodyPr/>
                    <a:lstStyle/>
                    <a:p>
                      <a:pPr>
                        <a:buNone/>
                      </a:pPr>
                      <a:r>
                        <a:rPr lang="en-US" sz="940" dirty="0">
                          <a:latin typeface="Arial" pitchFamily="2" charset="0"/>
                        </a:rPr>
                        <a:t>Share of residents exceeding recommended weigh-in frequency.</a:t>
                      </a:r>
                    </a:p>
                  </a:txBody>
                  <a:tcPr anchor="ctr" marL="36576" marR="36576" marT="18288" marB="18288"/>
                </a:tc>
                <a:tc>
                  <a:txBody>
                    <a:bodyPr/>
                    <a:lstStyle/>
                    <a:p>
                      <a:pPr>
                        <a:buNone/>
                      </a:pPr>
                      <a:r>
                        <a:rPr lang="en-US" sz="940" dirty="0">
                          <a:latin typeface="Arial" pitchFamily="2" charset="0"/>
                        </a:rPr>
                        <a:t>Highlights monitoring gaps that may delay detection of weight-related health decline or safety risk.</a:t>
                      </a:r>
                    </a:p>
                  </a:txBody>
                  <a:tcPr anchor="ctr" marL="36576" marR="36576" marT="18288" marB="18288"/>
                </a:tc>
                <a:extLst>
                  <a:ext uri="{0D108BD9-81ED-4DB2-BD59-A6C34878D82A}">
                    <a16:rowId xmlns:a16="http://schemas.microsoft.com/office/drawing/2014/main" val="1107322168"/>
                  </a:ext>
                </a:extLst>
              </a:tr>
            </a:tbl>
          </a:graphicData>
        </a:graphic>
      </p:graphicFrame>
      <p:sp>
        <p:nvSpPr>
          <p:cNvPr id="150" name="Rectangle 149"/>
          <p:cNvSpPr/>
          <p:nvPr/>
        </p:nvSpPr>
        <p:spPr>
          <a:xfrm>
            <a:off x="365760" y="4759452"/>
            <a:ext cx="8412480" cy="19050"/>
          </a:xfrm>
          <a:prstGeom prst="rect">
            <a:avLst/>
          </a:prstGeom>
          <a:solidFill>
            <a:srgbClr val="F2F6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1" name="Rectangle 150"/>
          <p:cNvSpPr/>
          <p:nvPr/>
        </p:nvSpPr>
        <p:spPr>
          <a:xfrm>
            <a:off x="0" y="4759452"/>
            <a:ext cx="9144000" cy="384048"/>
          </a:xfrm>
          <a:prstGeom prst="rect">
            <a:avLst/>
          </a:prstGeom>
          <a:solidFill>
            <a:srgbClr val="7DB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2" name="TextBox 151"/>
          <p:cNvSpPr txBox="1"/>
          <p:nvPr/>
        </p:nvSpPr>
        <p:spPr>
          <a:xfrm>
            <a:off x="320040" y="4823460"/>
            <a:ext cx="3840480" cy="164592"/>
          </a:xfrm>
          <a:prstGeom prst="rect">
            <a:avLst/>
          </a:prstGeom>
          <a:noFill/>
        </p:spPr>
        <p:txBody>
          <a:bodyPr wrap="none">
            <a:spAutoFit/>
          </a:bodyPr>
          <a:lstStyle/>
          <a:p>
            <a:pPr algn="l"/>
            <a:r>
              <a:rPr sz="850" b="0">
                <a:solidFill>
                  <a:srgbClr val="FFFFFF"/>
                </a:solidFill>
                <a:latin typeface="Arial"/>
              </a:rPr>
              <a:t>© 2026 The DOMAS Group LLC. All rights reserved.</a:t>
            </a:r>
          </a:p>
        </p:txBody>
      </p:sp>
      <p:sp>
        <p:nvSpPr>
          <p:cNvPr id="153" name="TextBox 152"/>
          <p:cNvSpPr txBox="1"/>
          <p:nvPr/>
        </p:nvSpPr>
        <p:spPr>
          <a:xfrm>
            <a:off x="6629400" y="4814316"/>
            <a:ext cx="2194560" cy="201168"/>
          </a:xfrm>
          <a:prstGeom prst="rect">
            <a:avLst/>
          </a:prstGeom>
          <a:noFill/>
        </p:spPr>
        <p:txBody>
          <a:bodyPr wrap="none">
            <a:spAutoFit/>
          </a:bodyPr>
          <a:lstStyle/>
          <a:p>
            <a:pPr algn="r"/>
            <a:r>
              <a:rPr sz="850" b="0">
                <a:solidFill>
                  <a:srgbClr val="FFFFFF"/>
                </a:solidFill>
                <a:latin typeface="Arial"/>
              </a:rPr>
              <a:t>Anonymized portfolio case study</a:t>
            </a:r>
          </a:p>
        </p:txBody>
      </p:sp>
      <p:sp>
        <p:nvSpPr>
          <p:cNvPr id="154" name="Rectangle 153"/>
          <p:cNvSpPr/>
          <p:nvPr/>
        </p:nvSpPr>
        <p:spPr>
          <a:xfrm>
            <a:off x="521207" y="941832"/>
            <a:ext cx="868680" cy="38100"/>
          </a:xfrm>
          <a:prstGeom prst="rect">
            <a:avLst/>
          </a:prstGeom>
          <a:solidFill>
            <a:srgbClr val="5B9D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extLst>
      <p:ext uri="{BB962C8B-B14F-4D97-AF65-F5344CB8AC3E}">
        <p14:creationId xmlns:p14="http://schemas.microsoft.com/office/powerpoint/2010/main" val="328474048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48">
          <a:extLst>
            <a:ext uri="{FF2B5EF4-FFF2-40B4-BE49-F238E27FC236}">
              <a16:creationId xmlns:a16="http://schemas.microsoft.com/office/drawing/2014/main" id="{4442DA09-B3DC-CF06-A92C-F41AFF564FD9}"/>
            </a:ext>
          </a:extLst>
        </p:cNvPr>
        <p:cNvGrpSpPr/>
        <p:nvPr/>
      </p:nvGrpSpPr>
      <p:grpSpPr>
        <a:xfrm>
          <a:off x="0" y="0"/>
          <a:ext cx="0" cy="0"/>
          <a:chOff x="0" y="0"/>
          <a:chExt cx="0" cy="0"/>
        </a:xfrm>
      </p:grpSpPr>
      <p:pic>
        <p:nvPicPr>
          <p:cNvPr id="155" name="Picture 154" descr="image.png"/>
          <p:cNvPicPr>
            <a:picLocks noChangeAspect="1"/>
          </p:cNvPicPr>
          <p:nvPr/>
        </p:nvPicPr>
        <p:blipFill>
          <a:blip r:embed="rId5"/>
          <a:stretch>
            <a:fillRect/>
          </a:stretch>
        </p:blipFill>
        <p:spPr>
          <a:xfrm>
            <a:off x="1874519" y="877824"/>
            <a:ext cx="6995160" cy="3767328"/>
          </a:xfrm>
          <a:prstGeom prst="rect">
            <a:avLst/>
          </a:prstGeom>
        </p:spPr>
      </p:pic>
      <p:sp>
        <p:nvSpPr>
          <p:cNvPr id="150" name="Rectangle 149"/>
          <p:cNvSpPr/>
          <p:nvPr/>
        </p:nvSpPr>
        <p:spPr>
          <a:xfrm>
            <a:off x="365760" y="4759452"/>
            <a:ext cx="8412480" cy="19050"/>
          </a:xfrm>
          <a:prstGeom prst="rect">
            <a:avLst/>
          </a:prstGeom>
          <a:solidFill>
            <a:srgbClr val="F2F6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1" name="Rectangle 150"/>
          <p:cNvSpPr/>
          <p:nvPr/>
        </p:nvSpPr>
        <p:spPr>
          <a:xfrm>
            <a:off x="0" y="4759452"/>
            <a:ext cx="9144000" cy="384048"/>
          </a:xfrm>
          <a:prstGeom prst="rect">
            <a:avLst/>
          </a:prstGeom>
          <a:solidFill>
            <a:srgbClr val="7DB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4" name="Rectangle 153"/>
          <p:cNvSpPr/>
          <p:nvPr/>
        </p:nvSpPr>
        <p:spPr>
          <a:xfrm>
            <a:off x="521207" y="941832"/>
            <a:ext cx="868680" cy="38100"/>
          </a:xfrm>
          <a:prstGeom prst="rect">
            <a:avLst/>
          </a:prstGeom>
          <a:solidFill>
            <a:srgbClr val="5B9D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Google Shape;149;p27">
            <a:extLst>
              <a:ext uri="{FF2B5EF4-FFF2-40B4-BE49-F238E27FC236}">
                <a16:creationId xmlns:a16="http://schemas.microsoft.com/office/drawing/2014/main" id="{B196141F-D9A4-0E74-FF01-77A61072E7EE}"/>
              </a:ext>
            </a:extLst>
          </p:cNvPr>
          <p:cNvSpPr txBox="1">
            <a:spLocks/>
          </p:cNvSpPr>
          <p:nvPr/>
        </p:nvSpPr>
        <p:spPr>
          <a:xfrm>
            <a:off x="388399" y="4761151"/>
            <a:ext cx="8458057" cy="281214"/>
          </a:xfrm>
          <a:prstGeom prst="rect">
            <a:avLst/>
          </a:prstGeom>
          <a:noFill/>
          <a:ln>
            <a:noFill/>
          </a:ln>
        </p:spPr>
        <p:txBody>
          <a:bodyPr spcFirstLastPara="1" wrap="square" lIns="0" tIns="0" rIns="0" bIns="0" anchor="t"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SzPts val="1800"/>
              <a:buFont typeface="Lora"/>
              <a:buNone/>
              <a:defRPr sz="1800" b="0" i="0" u="none" strike="noStrike" cap="none">
                <a:solidFill>
                  <a:schemeClr val="dk1"/>
                </a:solidFill>
                <a:latin typeface="Lora"/>
                <a:ea typeface="Lora"/>
                <a:cs typeface="Lora"/>
                <a:sym typeface="Lora"/>
              </a:defRPr>
            </a:lvl1pPr>
            <a:lvl2pPr marR="0" lvl="1" algn="l" rtl="0">
              <a:lnSpc>
                <a:spcPct val="100000"/>
              </a:lnSpc>
              <a:spcBef>
                <a:spcPts val="0"/>
              </a:spcBef>
              <a:spcAft>
                <a:spcPts val="0"/>
              </a:spcAft>
              <a:buClr>
                <a:schemeClr val="dk1"/>
              </a:buClr>
              <a:buSzPts val="2800"/>
              <a:buFont typeface="DM Sans Medium"/>
              <a:buNone/>
              <a:defRPr sz="2800" b="0" i="0" u="none" strike="noStrike" cap="none">
                <a:solidFill>
                  <a:schemeClr val="dk1"/>
                </a:solidFill>
                <a:latin typeface="DM Sans Medium"/>
                <a:ea typeface="DM Sans Medium"/>
                <a:cs typeface="DM Sans Medium"/>
                <a:sym typeface="DM Sans Medium"/>
              </a:defRPr>
            </a:lvl2pPr>
            <a:lvl3pPr marR="0" lvl="2" algn="l" rtl="0">
              <a:lnSpc>
                <a:spcPct val="100000"/>
              </a:lnSpc>
              <a:spcBef>
                <a:spcPts val="0"/>
              </a:spcBef>
              <a:spcAft>
                <a:spcPts val="0"/>
              </a:spcAft>
              <a:buClr>
                <a:schemeClr val="dk1"/>
              </a:buClr>
              <a:buSzPts val="2800"/>
              <a:buFont typeface="DM Sans Medium"/>
              <a:buNone/>
              <a:defRPr sz="2800" b="0" i="0" u="none" strike="noStrike" cap="none">
                <a:solidFill>
                  <a:schemeClr val="dk1"/>
                </a:solidFill>
                <a:latin typeface="DM Sans Medium"/>
                <a:ea typeface="DM Sans Medium"/>
                <a:cs typeface="DM Sans Medium"/>
                <a:sym typeface="DM Sans Medium"/>
              </a:defRPr>
            </a:lvl3pPr>
            <a:lvl4pPr marR="0" lvl="3" algn="l" rtl="0">
              <a:lnSpc>
                <a:spcPct val="100000"/>
              </a:lnSpc>
              <a:spcBef>
                <a:spcPts val="0"/>
              </a:spcBef>
              <a:spcAft>
                <a:spcPts val="0"/>
              </a:spcAft>
              <a:buClr>
                <a:schemeClr val="dk1"/>
              </a:buClr>
              <a:buSzPts val="2800"/>
              <a:buFont typeface="DM Sans Medium"/>
              <a:buNone/>
              <a:defRPr sz="2800" b="0" i="0" u="none" strike="noStrike" cap="none">
                <a:solidFill>
                  <a:schemeClr val="dk1"/>
                </a:solidFill>
                <a:latin typeface="DM Sans Medium"/>
                <a:ea typeface="DM Sans Medium"/>
                <a:cs typeface="DM Sans Medium"/>
                <a:sym typeface="DM Sans Medium"/>
              </a:defRPr>
            </a:lvl4pPr>
            <a:lvl5pPr marR="0" lvl="4" algn="l" rtl="0">
              <a:lnSpc>
                <a:spcPct val="100000"/>
              </a:lnSpc>
              <a:spcBef>
                <a:spcPts val="0"/>
              </a:spcBef>
              <a:spcAft>
                <a:spcPts val="0"/>
              </a:spcAft>
              <a:buClr>
                <a:schemeClr val="dk1"/>
              </a:buClr>
              <a:buSzPts val="2800"/>
              <a:buFont typeface="DM Sans Medium"/>
              <a:buNone/>
              <a:defRPr sz="2800" b="0" i="0" u="none" strike="noStrike" cap="none">
                <a:solidFill>
                  <a:schemeClr val="dk1"/>
                </a:solidFill>
                <a:latin typeface="DM Sans Medium"/>
                <a:ea typeface="DM Sans Medium"/>
                <a:cs typeface="DM Sans Medium"/>
                <a:sym typeface="DM Sans Medium"/>
              </a:defRPr>
            </a:lvl5pPr>
            <a:lvl6pPr marR="0" lvl="5" algn="l" rtl="0">
              <a:lnSpc>
                <a:spcPct val="100000"/>
              </a:lnSpc>
              <a:spcBef>
                <a:spcPts val="0"/>
              </a:spcBef>
              <a:spcAft>
                <a:spcPts val="0"/>
              </a:spcAft>
              <a:buClr>
                <a:schemeClr val="dk1"/>
              </a:buClr>
              <a:buSzPts val="2800"/>
              <a:buFont typeface="DM Sans Medium"/>
              <a:buNone/>
              <a:defRPr sz="2800" b="0" i="0" u="none" strike="noStrike" cap="none">
                <a:solidFill>
                  <a:schemeClr val="dk1"/>
                </a:solidFill>
                <a:latin typeface="DM Sans Medium"/>
                <a:ea typeface="DM Sans Medium"/>
                <a:cs typeface="DM Sans Medium"/>
                <a:sym typeface="DM Sans Medium"/>
              </a:defRPr>
            </a:lvl6pPr>
            <a:lvl7pPr marR="0" lvl="6" algn="l" rtl="0">
              <a:lnSpc>
                <a:spcPct val="100000"/>
              </a:lnSpc>
              <a:spcBef>
                <a:spcPts val="0"/>
              </a:spcBef>
              <a:spcAft>
                <a:spcPts val="0"/>
              </a:spcAft>
              <a:buClr>
                <a:schemeClr val="dk1"/>
              </a:buClr>
              <a:buSzPts val="2800"/>
              <a:buFont typeface="DM Sans Medium"/>
              <a:buNone/>
              <a:defRPr sz="2800" b="0" i="0" u="none" strike="noStrike" cap="none">
                <a:solidFill>
                  <a:schemeClr val="dk1"/>
                </a:solidFill>
                <a:latin typeface="DM Sans Medium"/>
                <a:ea typeface="DM Sans Medium"/>
                <a:cs typeface="DM Sans Medium"/>
                <a:sym typeface="DM Sans Medium"/>
              </a:defRPr>
            </a:lvl7pPr>
            <a:lvl8pPr marR="0" lvl="7" algn="l" rtl="0">
              <a:lnSpc>
                <a:spcPct val="100000"/>
              </a:lnSpc>
              <a:spcBef>
                <a:spcPts val="0"/>
              </a:spcBef>
              <a:spcAft>
                <a:spcPts val="0"/>
              </a:spcAft>
              <a:buClr>
                <a:schemeClr val="dk1"/>
              </a:buClr>
              <a:buSzPts val="2800"/>
              <a:buFont typeface="DM Sans Medium"/>
              <a:buNone/>
              <a:defRPr sz="2800" b="0" i="0" u="none" strike="noStrike" cap="none">
                <a:solidFill>
                  <a:schemeClr val="dk1"/>
                </a:solidFill>
                <a:latin typeface="DM Sans Medium"/>
                <a:ea typeface="DM Sans Medium"/>
                <a:cs typeface="DM Sans Medium"/>
                <a:sym typeface="DM Sans Medium"/>
              </a:defRPr>
            </a:lvl8pPr>
            <a:lvl9pPr marR="0" lvl="8" algn="l" rtl="0">
              <a:lnSpc>
                <a:spcPct val="100000"/>
              </a:lnSpc>
              <a:spcBef>
                <a:spcPts val="0"/>
              </a:spcBef>
              <a:spcAft>
                <a:spcPts val="0"/>
              </a:spcAft>
              <a:buClr>
                <a:schemeClr val="dk1"/>
              </a:buClr>
              <a:buSzPts val="2800"/>
              <a:buFont typeface="DM Sans Medium"/>
              <a:buNone/>
              <a:defRPr sz="2800" b="0" i="0" u="none" strike="noStrike" cap="none">
                <a:solidFill>
                  <a:schemeClr val="dk1"/>
                </a:solidFill>
                <a:latin typeface="DM Sans Medium"/>
                <a:ea typeface="DM Sans Medium"/>
                <a:cs typeface="DM Sans Medium"/>
                <a:sym typeface="DM Sans Medium"/>
              </a:defRPr>
            </a:lvl9pPr>
          </a:lstStyle>
          <a:p>
            <a:r>
              <a:rPr lang="en-US" sz="800" baseline="30000" dirty="0">
                <a:latin typeface="Times New Roman" pitchFamily="2" charset="0"/>
              </a:rPr>
              <a:t>1 </a:t>
            </a:r>
            <a:r>
              <a:rPr lang="en-US" sz="700" dirty="0">
                <a:latin typeface="Arial"/>
              </a:rPr>
              <a:t>Centers for Medicare &amp; Medicaid Services. </a:t>
            </a:r>
            <a:r>
              <a:rPr lang="en-US" sz="700" i="1" dirty="0">
                <a:latin typeface="Arial"/>
              </a:rPr>
              <a:t>State Operations Manual: Appendix PP – Guidance to Surveyors for Long Term Care Facilities</a:t>
            </a:r>
            <a:r>
              <a:rPr lang="en-US" sz="700" dirty="0">
                <a:latin typeface="Arial"/>
              </a:rPr>
              <a:t>. Rev. 173, November 22, 2017. Accessed November 11, 2025. </a:t>
            </a:r>
            <a:r>
              <a:rPr lang="en-US" sz="700" dirty="0">
                <a:latin typeface="Arial"/>
                <a:hlinkClick r:id="rId3"/>
              </a:rPr>
              <a:t>https://www.cms.gov/medicare/provider-enrollment-and-certification/guidanceforlawsandregulations/downloads/appendix-pp-state-operations-manual.pdf</a:t>
            </a:r>
            <a:endParaRPr lang="en-US" sz="700" b="1" i="1" dirty="0"/>
          </a:p>
        </p:txBody>
      </p:sp>
      <p:sp>
        <p:nvSpPr>
          <p:cNvPr id="149" name="Google Shape;149;p27">
            <a:extLst>
              <a:ext uri="{FF2B5EF4-FFF2-40B4-BE49-F238E27FC236}">
                <a16:creationId xmlns:a16="http://schemas.microsoft.com/office/drawing/2014/main" id="{1C02F5FD-DBA0-6347-99AE-021072ECBCAF}"/>
              </a:ext>
            </a:extLst>
          </p:cNvPr>
          <p:cNvSpPr txBox="1">
            <a:spLocks noGrp="1"/>
          </p:cNvSpPr>
          <p:nvPr>
            <p:ph type="title" idx="4294967295"/>
          </p:nvPr>
        </p:nvSpPr>
        <p:spPr>
          <a:xfrm>
            <a:off x="388399" y="382349"/>
            <a:ext cx="8458057" cy="566928"/>
          </a:xfrm>
          <a:prstGeom prst="rect">
            <a:avLst/>
          </a:prstGeom>
        </p:spPr>
        <p:txBody>
          <a:bodyPr spcFirstLastPara="1" wrap="square" lIns="0" tIns="0" rIns="0" bIns="0" anchor="t" anchorCtr="0">
            <a:noAutofit/>
          </a:bodyPr>
          <a:lstStyle/>
          <a:p>
            <a:pPr algn="l"/>
            <a:r>
              <a:rPr sz="1750" b="1">
                <a:solidFill>
                  <a:srgbClr val="273039"/>
                </a:solidFill>
                <a:latin typeface="Arial"/>
              </a:rPr>
              <a:t>Weight-change prevalence</a:t>
            </a:r>
            <a:endParaRPr sz="2000" b="1" dirty="0"/>
          </a:p>
        </p:txBody>
      </p:sp>
      <p:sp>
        <p:nvSpPr>
          <p:cNvPr id="12" name="TextBox 11">
            <a:extLst>
              <a:ext uri="{FF2B5EF4-FFF2-40B4-BE49-F238E27FC236}">
                <a16:creationId xmlns:a16="http://schemas.microsoft.com/office/drawing/2014/main" id="{2E828E0D-EAC3-F50C-B193-E2FDED6CF8B4}"/>
              </a:ext>
            </a:extLst>
          </p:cNvPr>
          <p:cNvSpPr txBox="1"/>
          <p:nvPr/>
        </p:nvSpPr>
        <p:spPr>
          <a:xfrm>
            <a:off x="256032" y="1110996"/>
            <a:ext cx="1508760" cy="3566160"/>
          </a:xfrm>
          <a:prstGeom prst="rect">
            <a:avLst/>
          </a:prstGeom>
          <a:noFill/>
        </p:spPr>
        <p:txBody>
          <a:bodyPr wrap="square" lIns="27432" tIns="18288" rIns="27432" bIns="18288">
            <a:normAutofit/>
          </a:bodyPr>
          <a:lstStyle/>
          <a:p>
            <a:pPr>
              <a:spcBef>
                <a:spcPts val="0"/>
              </a:spcBef>
              <a:spcAft>
                <a:spcPts val="0"/>
              </a:spcAft>
            </a:pPr>
            <a:r>
              <a:rPr sz="1300">
                <a:latin typeface="Arial"/>
              </a:rPr>
              <a:t>A subset of communities showed increases in the proportion of residents with clinically meaningful weight-change events, flagging areas for closer monitoring and data-quality review.</a:t>
            </a:r>
          </a:p>
        </p:txBody>
      </p:sp>
      <p:sp>
        <p:nvSpPr>
          <p:cNvPr id="152" name="TextBox 151"/>
          <p:cNvSpPr txBox="1"/>
          <p:nvPr/>
        </p:nvSpPr>
        <p:spPr>
          <a:xfrm>
            <a:off x="320040" y="4823460"/>
            <a:ext cx="3840480" cy="164592"/>
          </a:xfrm>
          <a:prstGeom prst="rect">
            <a:avLst/>
          </a:prstGeom>
          <a:noFill/>
        </p:spPr>
        <p:txBody>
          <a:bodyPr wrap="none">
            <a:spAutoFit/>
          </a:bodyPr>
          <a:lstStyle/>
          <a:p>
            <a:pPr algn="l"/>
            <a:r>
              <a:rPr sz="850" b="0">
                <a:solidFill>
                  <a:srgbClr val="FFFFFF"/>
                </a:solidFill>
                <a:latin typeface="Arial"/>
              </a:rPr>
              <a:t>© 2026 The DOMAS Group LLC. All rights reserved.</a:t>
            </a:r>
          </a:p>
        </p:txBody>
      </p:sp>
      <p:sp>
        <p:nvSpPr>
          <p:cNvPr id="153" name="TextBox 152"/>
          <p:cNvSpPr txBox="1"/>
          <p:nvPr/>
        </p:nvSpPr>
        <p:spPr>
          <a:xfrm>
            <a:off x="6629400" y="4814316"/>
            <a:ext cx="2194560" cy="201168"/>
          </a:xfrm>
          <a:prstGeom prst="rect">
            <a:avLst/>
          </a:prstGeom>
          <a:noFill/>
        </p:spPr>
        <p:txBody>
          <a:bodyPr wrap="none">
            <a:spAutoFit/>
          </a:bodyPr>
          <a:lstStyle/>
          <a:p>
            <a:pPr algn="r"/>
            <a:r>
              <a:rPr sz="850" b="0">
                <a:solidFill>
                  <a:srgbClr val="FFFFFF"/>
                </a:solidFill>
                <a:latin typeface="Arial"/>
              </a:rPr>
              <a:t>Anonymized portfolio case study</a:t>
            </a:r>
          </a:p>
        </p:txBody>
      </p:sp>
      <p:sp>
        <p:nvSpPr>
          <p:cNvPr id="156" name="Rounded Rectangle 155"/>
          <p:cNvSpPr/>
          <p:nvPr/>
        </p:nvSpPr>
        <p:spPr>
          <a:xfrm>
            <a:off x="5669279" y="987552"/>
            <a:ext cx="3017520" cy="228600"/>
          </a:xfrm>
          <a:prstGeom prst="roundRect">
            <a:avLst/>
          </a:prstGeom>
          <a:solidFill>
            <a:srgbClr val="F2F8F6"/>
          </a:solidFill>
          <a:ln>
            <a:solidFill>
              <a:srgbClr val="B7D6C9"/>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850" b="1">
                <a:solidFill>
                  <a:srgbClr val="0B2D5C"/>
                </a:solidFill>
                <a:latin typeface="Times New Roman"/>
              </a:rPr>
              <a:t>Sanitized visual: labels and values redacted</a:t>
            </a:r>
          </a:p>
        </p:txBody>
      </p:sp>
    </p:spTree>
    <p:extLst>
      <p:ext uri="{BB962C8B-B14F-4D97-AF65-F5344CB8AC3E}">
        <p14:creationId xmlns:p14="http://schemas.microsoft.com/office/powerpoint/2010/main" val="387396656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48">
          <a:extLst>
            <a:ext uri="{FF2B5EF4-FFF2-40B4-BE49-F238E27FC236}">
              <a16:creationId xmlns:a16="http://schemas.microsoft.com/office/drawing/2014/main" id="{3953632D-9D8A-C3E1-C587-A1B6F2B6F0D0}"/>
            </a:ext>
          </a:extLst>
        </p:cNvPr>
        <p:cNvGrpSpPr/>
        <p:nvPr/>
      </p:nvGrpSpPr>
      <p:grpSpPr>
        <a:xfrm>
          <a:off x="0" y="0"/>
          <a:ext cx="0" cy="0"/>
          <a:chOff x="0" y="0"/>
          <a:chExt cx="0" cy="0"/>
        </a:xfrm>
      </p:grpSpPr>
      <p:pic>
        <p:nvPicPr>
          <p:cNvPr id="155" name="Picture 154" descr="image.png"/>
          <p:cNvPicPr>
            <a:picLocks noChangeAspect="1"/>
          </p:cNvPicPr>
          <p:nvPr/>
        </p:nvPicPr>
        <p:blipFill>
          <a:blip r:embed="rId4"/>
          <a:stretch>
            <a:fillRect/>
          </a:stretch>
        </p:blipFill>
        <p:spPr>
          <a:xfrm>
            <a:off x="1874519" y="877824"/>
            <a:ext cx="6995160" cy="3767328"/>
          </a:xfrm>
          <a:prstGeom prst="rect">
            <a:avLst/>
          </a:prstGeom>
        </p:spPr>
      </p:pic>
      <p:sp>
        <p:nvSpPr>
          <p:cNvPr id="150" name="Rectangle 149"/>
          <p:cNvSpPr/>
          <p:nvPr/>
        </p:nvSpPr>
        <p:spPr>
          <a:xfrm>
            <a:off x="365760" y="4759452"/>
            <a:ext cx="8412480" cy="19050"/>
          </a:xfrm>
          <a:prstGeom prst="rect">
            <a:avLst/>
          </a:prstGeom>
          <a:solidFill>
            <a:srgbClr val="F2F6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1" name="Rectangle 150"/>
          <p:cNvSpPr/>
          <p:nvPr/>
        </p:nvSpPr>
        <p:spPr>
          <a:xfrm>
            <a:off x="0" y="4759452"/>
            <a:ext cx="9144000" cy="384048"/>
          </a:xfrm>
          <a:prstGeom prst="rect">
            <a:avLst/>
          </a:prstGeom>
          <a:solidFill>
            <a:srgbClr val="7DB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4" name="Rectangle 153"/>
          <p:cNvSpPr/>
          <p:nvPr/>
        </p:nvSpPr>
        <p:spPr>
          <a:xfrm>
            <a:off x="521207" y="941832"/>
            <a:ext cx="868680" cy="38100"/>
          </a:xfrm>
          <a:prstGeom prst="rect">
            <a:avLst/>
          </a:prstGeom>
          <a:solidFill>
            <a:srgbClr val="5B9D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9" name="Google Shape;149;p27">
            <a:extLst>
              <a:ext uri="{FF2B5EF4-FFF2-40B4-BE49-F238E27FC236}">
                <a16:creationId xmlns:a16="http://schemas.microsoft.com/office/drawing/2014/main" id="{0EBE5196-34FA-56E3-B03C-1C1FF39ED57F}"/>
              </a:ext>
            </a:extLst>
          </p:cNvPr>
          <p:cNvSpPr txBox="1">
            <a:spLocks noGrp="1"/>
          </p:cNvSpPr>
          <p:nvPr>
            <p:ph type="title" idx="4294967295"/>
          </p:nvPr>
        </p:nvSpPr>
        <p:spPr>
          <a:xfrm>
            <a:off x="388399" y="382349"/>
            <a:ext cx="8458057" cy="566928"/>
          </a:xfrm>
          <a:prstGeom prst="rect">
            <a:avLst/>
          </a:prstGeom>
        </p:spPr>
        <p:txBody>
          <a:bodyPr spcFirstLastPara="1" wrap="square" lIns="0" tIns="0" rIns="0" bIns="0" anchor="t" anchorCtr="0">
            <a:noAutofit/>
          </a:bodyPr>
          <a:lstStyle/>
          <a:p>
            <a:pPr algn="l"/>
            <a:r>
              <a:rPr sz="1750" b="1">
                <a:solidFill>
                  <a:srgbClr val="273039"/>
                </a:solidFill>
                <a:latin typeface="Arial"/>
              </a:rPr>
              <a:t>Weight-change events per 100 residents</a:t>
            </a:r>
            <a:endParaRPr sz="2000" b="1" dirty="0"/>
          </a:p>
        </p:txBody>
      </p:sp>
      <p:sp>
        <p:nvSpPr>
          <p:cNvPr id="12" name="TextBox 11">
            <a:extLst>
              <a:ext uri="{FF2B5EF4-FFF2-40B4-BE49-F238E27FC236}">
                <a16:creationId xmlns:a16="http://schemas.microsoft.com/office/drawing/2014/main" id="{F58C102B-0847-F17E-8243-76D3C232F941}"/>
              </a:ext>
            </a:extLst>
          </p:cNvPr>
          <p:cNvSpPr txBox="1"/>
          <p:nvPr/>
        </p:nvSpPr>
        <p:spPr>
          <a:xfrm>
            <a:off x="256032" y="1110996"/>
            <a:ext cx="1508760" cy="3566160"/>
          </a:xfrm>
          <a:prstGeom prst="rect">
            <a:avLst/>
          </a:prstGeom>
          <a:noFill/>
        </p:spPr>
        <p:txBody>
          <a:bodyPr wrap="square" lIns="27432" tIns="18288" rIns="27432" bIns="18288">
            <a:normAutofit/>
          </a:bodyPr>
          <a:lstStyle/>
          <a:p>
            <a:pPr>
              <a:spcBef>
                <a:spcPts val="0"/>
              </a:spcBef>
              <a:spcAft>
                <a:spcPts val="0"/>
              </a:spcAft>
            </a:pPr>
            <a:r>
              <a:rPr sz="1300">
                <a:latin typeface="Arial"/>
              </a:rPr>
              <a:t>Event frequency varied across communities after normalizing by resident count, helping distinguish broad resident involvement from repeated events among smaller groups of residents.</a:t>
            </a:r>
            <a:endParaRPr lang="en-US" sz="1000" dirty="0">
              <a:latin typeface="Lora" pitchFamily="2" charset="0"/>
            </a:endParaRPr>
          </a:p>
        </p:txBody>
      </p:sp>
      <p:sp>
        <p:nvSpPr>
          <p:cNvPr id="152" name="TextBox 151"/>
          <p:cNvSpPr txBox="1"/>
          <p:nvPr/>
        </p:nvSpPr>
        <p:spPr>
          <a:xfrm>
            <a:off x="320040" y="4823460"/>
            <a:ext cx="3840480" cy="164592"/>
          </a:xfrm>
          <a:prstGeom prst="rect">
            <a:avLst/>
          </a:prstGeom>
          <a:noFill/>
        </p:spPr>
        <p:txBody>
          <a:bodyPr wrap="none">
            <a:spAutoFit/>
          </a:bodyPr>
          <a:lstStyle/>
          <a:p>
            <a:pPr algn="l"/>
            <a:r>
              <a:rPr sz="850" b="0">
                <a:solidFill>
                  <a:srgbClr val="FFFFFF"/>
                </a:solidFill>
                <a:latin typeface="Arial"/>
              </a:rPr>
              <a:t>© 2026 The DOMAS Group LLC. All rights reserved.</a:t>
            </a:r>
          </a:p>
        </p:txBody>
      </p:sp>
      <p:sp>
        <p:nvSpPr>
          <p:cNvPr id="153" name="TextBox 152"/>
          <p:cNvSpPr txBox="1"/>
          <p:nvPr/>
        </p:nvSpPr>
        <p:spPr>
          <a:xfrm>
            <a:off x="6629400" y="4814316"/>
            <a:ext cx="2194560" cy="201168"/>
          </a:xfrm>
          <a:prstGeom prst="rect">
            <a:avLst/>
          </a:prstGeom>
          <a:noFill/>
        </p:spPr>
        <p:txBody>
          <a:bodyPr wrap="none">
            <a:spAutoFit/>
          </a:bodyPr>
          <a:lstStyle/>
          <a:p>
            <a:pPr algn="r"/>
            <a:r>
              <a:rPr sz="850" b="0">
                <a:solidFill>
                  <a:srgbClr val="FFFFFF"/>
                </a:solidFill>
                <a:latin typeface="Arial"/>
              </a:rPr>
              <a:t>Anonymized portfolio case study</a:t>
            </a:r>
          </a:p>
        </p:txBody>
      </p:sp>
      <p:sp>
        <p:nvSpPr>
          <p:cNvPr id="156" name="Rounded Rectangle 155"/>
          <p:cNvSpPr/>
          <p:nvPr/>
        </p:nvSpPr>
        <p:spPr>
          <a:xfrm>
            <a:off x="5669279" y="987552"/>
            <a:ext cx="3017520" cy="228600"/>
          </a:xfrm>
          <a:prstGeom prst="roundRect">
            <a:avLst/>
          </a:prstGeom>
          <a:solidFill>
            <a:srgbClr val="F2F8F6"/>
          </a:solidFill>
          <a:ln>
            <a:solidFill>
              <a:srgbClr val="B7D6C9"/>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850" b="1">
                <a:solidFill>
                  <a:srgbClr val="0B2D5C"/>
                </a:solidFill>
                <a:latin typeface="Times New Roman"/>
              </a:rPr>
              <a:t>Sanitized visual: labels and values redacted</a:t>
            </a:r>
          </a:p>
        </p:txBody>
      </p:sp>
    </p:spTree>
    <p:extLst>
      <p:ext uri="{BB962C8B-B14F-4D97-AF65-F5344CB8AC3E}">
        <p14:creationId xmlns:p14="http://schemas.microsoft.com/office/powerpoint/2010/main" val="74279226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48">
          <a:extLst>
            <a:ext uri="{FF2B5EF4-FFF2-40B4-BE49-F238E27FC236}">
              <a16:creationId xmlns:a16="http://schemas.microsoft.com/office/drawing/2014/main" id="{55AC5968-FF50-19E5-A600-9E623712A0B6}"/>
            </a:ext>
          </a:extLst>
        </p:cNvPr>
        <p:cNvGrpSpPr/>
        <p:nvPr/>
      </p:nvGrpSpPr>
      <p:grpSpPr>
        <a:xfrm>
          <a:off x="0" y="0"/>
          <a:ext cx="0" cy="0"/>
          <a:chOff x="0" y="0"/>
          <a:chExt cx="0" cy="0"/>
        </a:xfrm>
      </p:grpSpPr>
      <p:pic>
        <p:nvPicPr>
          <p:cNvPr id="155" name="Picture 154" descr="image.png"/>
          <p:cNvPicPr>
            <a:picLocks noChangeAspect="1"/>
          </p:cNvPicPr>
          <p:nvPr/>
        </p:nvPicPr>
        <p:blipFill>
          <a:blip r:embed="rId4"/>
          <a:stretch>
            <a:fillRect/>
          </a:stretch>
        </p:blipFill>
        <p:spPr>
          <a:xfrm>
            <a:off x="1874519" y="877824"/>
            <a:ext cx="6995160" cy="3767328"/>
          </a:xfrm>
          <a:prstGeom prst="rect">
            <a:avLst/>
          </a:prstGeom>
        </p:spPr>
      </p:pic>
      <p:sp>
        <p:nvSpPr>
          <p:cNvPr id="150" name="Rectangle 149"/>
          <p:cNvSpPr/>
          <p:nvPr/>
        </p:nvSpPr>
        <p:spPr>
          <a:xfrm>
            <a:off x="365760" y="4759452"/>
            <a:ext cx="8412480" cy="19050"/>
          </a:xfrm>
          <a:prstGeom prst="rect">
            <a:avLst/>
          </a:prstGeom>
          <a:solidFill>
            <a:srgbClr val="F2F6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1" name="Rectangle 150"/>
          <p:cNvSpPr/>
          <p:nvPr/>
        </p:nvSpPr>
        <p:spPr>
          <a:xfrm>
            <a:off x="0" y="4759452"/>
            <a:ext cx="9144000" cy="384048"/>
          </a:xfrm>
          <a:prstGeom prst="rect">
            <a:avLst/>
          </a:prstGeom>
          <a:solidFill>
            <a:srgbClr val="7DB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4" name="Rectangle 153"/>
          <p:cNvSpPr/>
          <p:nvPr/>
        </p:nvSpPr>
        <p:spPr>
          <a:xfrm>
            <a:off x="521207" y="941832"/>
            <a:ext cx="868680" cy="38100"/>
          </a:xfrm>
          <a:prstGeom prst="rect">
            <a:avLst/>
          </a:prstGeom>
          <a:solidFill>
            <a:srgbClr val="5B9D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9" name="Google Shape;149;p27">
            <a:extLst>
              <a:ext uri="{FF2B5EF4-FFF2-40B4-BE49-F238E27FC236}">
                <a16:creationId xmlns:a16="http://schemas.microsoft.com/office/drawing/2014/main" id="{AF0E7FDB-8910-9DFF-4869-5DBE770EBE10}"/>
              </a:ext>
            </a:extLst>
          </p:cNvPr>
          <p:cNvSpPr txBox="1">
            <a:spLocks noGrp="1"/>
          </p:cNvSpPr>
          <p:nvPr>
            <p:ph type="title" idx="4294967295"/>
          </p:nvPr>
        </p:nvSpPr>
        <p:spPr>
          <a:xfrm>
            <a:off x="388399" y="382349"/>
            <a:ext cx="8458057" cy="566928"/>
          </a:xfrm>
          <a:prstGeom prst="rect">
            <a:avLst/>
          </a:prstGeom>
        </p:spPr>
        <p:txBody>
          <a:bodyPr spcFirstLastPara="1" wrap="square" lIns="0" tIns="0" rIns="0" bIns="0" anchor="t" anchorCtr="0">
            <a:noAutofit/>
          </a:bodyPr>
          <a:lstStyle/>
          <a:p>
            <a:pPr algn="l"/>
            <a:r>
              <a:rPr sz="1750" b="1">
                <a:solidFill>
                  <a:srgbClr val="273039"/>
                </a:solidFill>
                <a:latin typeface="Arial"/>
              </a:rPr>
              <a:t>Monitoring cadence</a:t>
            </a:r>
            <a:endParaRPr sz="2000" b="1" dirty="0"/>
          </a:p>
        </p:txBody>
      </p:sp>
      <p:sp>
        <p:nvSpPr>
          <p:cNvPr id="12" name="TextBox 11">
            <a:extLst>
              <a:ext uri="{FF2B5EF4-FFF2-40B4-BE49-F238E27FC236}">
                <a16:creationId xmlns:a16="http://schemas.microsoft.com/office/drawing/2014/main" id="{BD371B62-3A38-707E-846B-BF73523823A6}"/>
              </a:ext>
            </a:extLst>
          </p:cNvPr>
          <p:cNvSpPr txBox="1"/>
          <p:nvPr/>
        </p:nvSpPr>
        <p:spPr>
          <a:xfrm>
            <a:off x="256032" y="1110996"/>
            <a:ext cx="1508760" cy="3566160"/>
          </a:xfrm>
          <a:prstGeom prst="rect">
            <a:avLst/>
          </a:prstGeom>
          <a:noFill/>
        </p:spPr>
        <p:txBody>
          <a:bodyPr wrap="square" lIns="27432" tIns="18288" rIns="27432" bIns="18288">
            <a:normAutofit/>
          </a:bodyPr>
          <a:lstStyle/>
          <a:p>
            <a:pPr>
              <a:spcBef>
                <a:spcPts val="0"/>
              </a:spcBef>
              <a:spcAft>
                <a:spcPts val="0"/>
              </a:spcAft>
            </a:pPr>
            <a:r>
              <a:rPr sz="1300">
                <a:latin typeface="Arial"/>
              </a:rPr>
              <a:t>Several communities showed longer intervals between weigh-ins, potentially delaying detection of early weight changes and weakening routine monitoring cadence.</a:t>
            </a:r>
            <a:endParaRPr lang="en-US" sz="1000" dirty="0">
              <a:latin typeface="Lora" pitchFamily="2" charset="0"/>
            </a:endParaRPr>
          </a:p>
        </p:txBody>
      </p:sp>
      <p:sp>
        <p:nvSpPr>
          <p:cNvPr id="152" name="TextBox 151"/>
          <p:cNvSpPr txBox="1"/>
          <p:nvPr/>
        </p:nvSpPr>
        <p:spPr>
          <a:xfrm>
            <a:off x="320040" y="4823460"/>
            <a:ext cx="3840480" cy="164592"/>
          </a:xfrm>
          <a:prstGeom prst="rect">
            <a:avLst/>
          </a:prstGeom>
          <a:noFill/>
        </p:spPr>
        <p:txBody>
          <a:bodyPr wrap="none">
            <a:spAutoFit/>
          </a:bodyPr>
          <a:lstStyle/>
          <a:p>
            <a:pPr algn="l"/>
            <a:r>
              <a:rPr sz="850" b="0">
                <a:solidFill>
                  <a:srgbClr val="FFFFFF"/>
                </a:solidFill>
                <a:latin typeface="Arial"/>
              </a:rPr>
              <a:t>© 2026 The DOMAS Group LLC. All rights reserved.</a:t>
            </a:r>
          </a:p>
        </p:txBody>
      </p:sp>
      <p:sp>
        <p:nvSpPr>
          <p:cNvPr id="153" name="TextBox 152"/>
          <p:cNvSpPr txBox="1"/>
          <p:nvPr/>
        </p:nvSpPr>
        <p:spPr>
          <a:xfrm>
            <a:off x="6629400" y="4814316"/>
            <a:ext cx="2194560" cy="201168"/>
          </a:xfrm>
          <a:prstGeom prst="rect">
            <a:avLst/>
          </a:prstGeom>
          <a:noFill/>
        </p:spPr>
        <p:txBody>
          <a:bodyPr wrap="none">
            <a:spAutoFit/>
          </a:bodyPr>
          <a:lstStyle/>
          <a:p>
            <a:pPr algn="r"/>
            <a:r>
              <a:rPr sz="850" b="0">
                <a:solidFill>
                  <a:srgbClr val="FFFFFF"/>
                </a:solidFill>
                <a:latin typeface="Arial"/>
              </a:rPr>
              <a:t>Anonymized portfolio case study</a:t>
            </a:r>
          </a:p>
        </p:txBody>
      </p:sp>
      <p:sp>
        <p:nvSpPr>
          <p:cNvPr id="156" name="Rounded Rectangle 155"/>
          <p:cNvSpPr/>
          <p:nvPr/>
        </p:nvSpPr>
        <p:spPr>
          <a:xfrm>
            <a:off x="5669279" y="987552"/>
            <a:ext cx="3017520" cy="228600"/>
          </a:xfrm>
          <a:prstGeom prst="roundRect">
            <a:avLst/>
          </a:prstGeom>
          <a:solidFill>
            <a:srgbClr val="F2F8F6"/>
          </a:solidFill>
          <a:ln>
            <a:solidFill>
              <a:srgbClr val="B7D6C9"/>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850" b="1">
                <a:solidFill>
                  <a:srgbClr val="0B2D5C"/>
                </a:solidFill>
                <a:latin typeface="Times New Roman"/>
              </a:rPr>
              <a:t>Sanitized visual: labels and values redacted</a:t>
            </a:r>
          </a:p>
        </p:txBody>
      </p:sp>
    </p:spTree>
    <p:extLst>
      <p:ext uri="{BB962C8B-B14F-4D97-AF65-F5344CB8AC3E}">
        <p14:creationId xmlns:p14="http://schemas.microsoft.com/office/powerpoint/2010/main" val="422022992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48">
          <a:extLst>
            <a:ext uri="{FF2B5EF4-FFF2-40B4-BE49-F238E27FC236}">
              <a16:creationId xmlns:a16="http://schemas.microsoft.com/office/drawing/2014/main" id="{DCBFD8AC-C8FC-2DC7-ECBF-293612F000C6}"/>
            </a:ext>
          </a:extLst>
        </p:cNvPr>
        <p:cNvGrpSpPr/>
        <p:nvPr/>
      </p:nvGrpSpPr>
      <p:grpSpPr>
        <a:xfrm>
          <a:off x="0" y="0"/>
          <a:ext cx="0" cy="0"/>
          <a:chOff x="0" y="0"/>
          <a:chExt cx="0" cy="0"/>
        </a:xfrm>
      </p:grpSpPr>
      <p:pic>
        <p:nvPicPr>
          <p:cNvPr id="155" name="Picture 154" descr="image.png"/>
          <p:cNvPicPr>
            <a:picLocks noChangeAspect="1"/>
          </p:cNvPicPr>
          <p:nvPr/>
        </p:nvPicPr>
        <p:blipFill>
          <a:blip r:embed="rId4"/>
          <a:stretch>
            <a:fillRect/>
          </a:stretch>
        </p:blipFill>
        <p:spPr>
          <a:xfrm>
            <a:off x="1553593" y="557560"/>
            <a:ext cx="7590407" cy="4119596"/>
          </a:xfrm>
          <a:prstGeom prst="rect">
            <a:avLst/>
          </a:prstGeom>
        </p:spPr>
      </p:pic>
      <p:sp>
        <p:nvSpPr>
          <p:cNvPr id="150" name="Rectangle 149"/>
          <p:cNvSpPr/>
          <p:nvPr/>
        </p:nvSpPr>
        <p:spPr>
          <a:xfrm>
            <a:off x="365760" y="4759452"/>
            <a:ext cx="8412480" cy="19050"/>
          </a:xfrm>
          <a:prstGeom prst="rect">
            <a:avLst/>
          </a:prstGeom>
          <a:solidFill>
            <a:srgbClr val="F2F6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1" name="Rectangle 150"/>
          <p:cNvSpPr/>
          <p:nvPr/>
        </p:nvSpPr>
        <p:spPr>
          <a:xfrm>
            <a:off x="0" y="4759452"/>
            <a:ext cx="9144000" cy="384048"/>
          </a:xfrm>
          <a:prstGeom prst="rect">
            <a:avLst/>
          </a:prstGeom>
          <a:solidFill>
            <a:srgbClr val="7DB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4" name="Rectangle 153"/>
          <p:cNvSpPr/>
          <p:nvPr/>
        </p:nvSpPr>
        <p:spPr>
          <a:xfrm>
            <a:off x="521207" y="941832"/>
            <a:ext cx="868680" cy="38100"/>
          </a:xfrm>
          <a:prstGeom prst="rect">
            <a:avLst/>
          </a:prstGeom>
          <a:solidFill>
            <a:srgbClr val="5B9D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9" name="Google Shape;149;p27">
            <a:extLst>
              <a:ext uri="{FF2B5EF4-FFF2-40B4-BE49-F238E27FC236}">
                <a16:creationId xmlns:a16="http://schemas.microsoft.com/office/drawing/2014/main" id="{81C1BBFF-6A79-F784-51D4-96872D90FB33}"/>
              </a:ext>
            </a:extLst>
          </p:cNvPr>
          <p:cNvSpPr txBox="1">
            <a:spLocks noGrp="1"/>
          </p:cNvSpPr>
          <p:nvPr>
            <p:ph type="title" idx="4294967295"/>
          </p:nvPr>
        </p:nvSpPr>
        <p:spPr>
          <a:xfrm>
            <a:off x="388399" y="382349"/>
            <a:ext cx="8458057" cy="566928"/>
          </a:xfrm>
          <a:prstGeom prst="rect">
            <a:avLst/>
          </a:prstGeom>
        </p:spPr>
        <p:txBody>
          <a:bodyPr spcFirstLastPara="1" wrap="square" lIns="0" tIns="0" rIns="0" bIns="0" anchor="t" anchorCtr="0">
            <a:noAutofit/>
          </a:bodyPr>
          <a:lstStyle/>
          <a:p>
            <a:pPr algn="l"/>
            <a:r>
              <a:rPr sz="1750" b="1">
                <a:solidFill>
                  <a:srgbClr val="273039"/>
                </a:solidFill>
                <a:latin typeface="Arial"/>
              </a:rPr>
              <a:t>Monitoring gaps</a:t>
            </a:r>
            <a:endParaRPr sz="2000" b="1" dirty="0"/>
          </a:p>
        </p:txBody>
      </p:sp>
      <p:sp>
        <p:nvSpPr>
          <p:cNvPr id="12" name="TextBox 11">
            <a:extLst>
              <a:ext uri="{FF2B5EF4-FFF2-40B4-BE49-F238E27FC236}">
                <a16:creationId xmlns:a16="http://schemas.microsoft.com/office/drawing/2014/main" id="{9AE38828-E247-5589-B8DE-A02718D523DC}"/>
              </a:ext>
            </a:extLst>
          </p:cNvPr>
          <p:cNvSpPr txBox="1"/>
          <p:nvPr/>
        </p:nvSpPr>
        <p:spPr>
          <a:xfrm>
            <a:off x="190871" y="1155143"/>
            <a:ext cx="1362722" cy="3093154"/>
          </a:xfrm>
          <a:prstGeom prst="rect">
            <a:avLst/>
          </a:prstGeom>
          <a:noFill/>
        </p:spPr>
        <p:txBody>
          <a:bodyPr wrap="square">
            <a:spAutoFit/>
          </a:bodyPr>
          <a:lstStyle/>
          <a:p>
            <a:r>
              <a:rPr sz="1300" dirty="0">
                <a:latin typeface="Arial"/>
              </a:rPr>
              <a:t>Many communities had residents exceeding the expected monthly weigh-in cadence, underscoring the risk of missed early warning signs when monitoring frequency declines.</a:t>
            </a:r>
            <a:endParaRPr lang="en-US" sz="1300" dirty="0">
              <a:latin typeface="Lora" pitchFamily="2" charset="0"/>
            </a:endParaRPr>
          </a:p>
        </p:txBody>
      </p:sp>
      <p:sp>
        <p:nvSpPr>
          <p:cNvPr id="152" name="TextBox 151"/>
          <p:cNvSpPr txBox="1"/>
          <p:nvPr/>
        </p:nvSpPr>
        <p:spPr>
          <a:xfrm>
            <a:off x="320040" y="4823460"/>
            <a:ext cx="3840480" cy="164592"/>
          </a:xfrm>
          <a:prstGeom prst="rect">
            <a:avLst/>
          </a:prstGeom>
          <a:noFill/>
        </p:spPr>
        <p:txBody>
          <a:bodyPr wrap="none">
            <a:spAutoFit/>
          </a:bodyPr>
          <a:lstStyle/>
          <a:p>
            <a:pPr algn="l"/>
            <a:r>
              <a:rPr sz="850" b="0">
                <a:solidFill>
                  <a:srgbClr val="FFFFFF"/>
                </a:solidFill>
                <a:latin typeface="Arial"/>
              </a:rPr>
              <a:t>© 2026 The DOMAS Group LLC. All rights reserved.</a:t>
            </a:r>
          </a:p>
        </p:txBody>
      </p:sp>
      <p:sp>
        <p:nvSpPr>
          <p:cNvPr id="153" name="TextBox 152"/>
          <p:cNvSpPr txBox="1"/>
          <p:nvPr/>
        </p:nvSpPr>
        <p:spPr>
          <a:xfrm>
            <a:off x="6629400" y="4814316"/>
            <a:ext cx="2194560" cy="201168"/>
          </a:xfrm>
          <a:prstGeom prst="rect">
            <a:avLst/>
          </a:prstGeom>
          <a:noFill/>
        </p:spPr>
        <p:txBody>
          <a:bodyPr wrap="none">
            <a:spAutoFit/>
          </a:bodyPr>
          <a:lstStyle/>
          <a:p>
            <a:pPr algn="r"/>
            <a:r>
              <a:rPr sz="850" b="0">
                <a:solidFill>
                  <a:srgbClr val="FFFFFF"/>
                </a:solidFill>
                <a:latin typeface="Arial"/>
              </a:rPr>
              <a:t>Anonymized portfolio case study</a:t>
            </a:r>
          </a:p>
        </p:txBody>
      </p:sp>
      <p:sp>
        <p:nvSpPr>
          <p:cNvPr id="156" name="Rounded Rectangle 155"/>
          <p:cNvSpPr/>
          <p:nvPr/>
        </p:nvSpPr>
        <p:spPr>
          <a:xfrm>
            <a:off x="5943600" y="667288"/>
            <a:ext cx="3017520" cy="228600"/>
          </a:xfrm>
          <a:prstGeom prst="roundRect">
            <a:avLst/>
          </a:prstGeom>
          <a:solidFill>
            <a:srgbClr val="F2F8F6"/>
          </a:solidFill>
          <a:ln>
            <a:solidFill>
              <a:srgbClr val="B7D6C9"/>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850" b="1">
                <a:solidFill>
                  <a:srgbClr val="0B2D5C"/>
                </a:solidFill>
                <a:latin typeface="Times New Roman"/>
              </a:rPr>
              <a:t>Sanitized visual: labels and values redacted</a:t>
            </a:r>
          </a:p>
        </p:txBody>
      </p:sp>
    </p:spTree>
    <p:extLst>
      <p:ext uri="{BB962C8B-B14F-4D97-AF65-F5344CB8AC3E}">
        <p14:creationId xmlns:p14="http://schemas.microsoft.com/office/powerpoint/2010/main" val="31303973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48">
          <a:extLst>
            <a:ext uri="{FF2B5EF4-FFF2-40B4-BE49-F238E27FC236}">
              <a16:creationId xmlns:a16="http://schemas.microsoft.com/office/drawing/2014/main" id="{5D21109E-70AC-C6E0-E48B-27AA23B89A9B}"/>
            </a:ext>
          </a:extLst>
        </p:cNvPr>
        <p:cNvGrpSpPr/>
        <p:nvPr/>
      </p:nvGrpSpPr>
      <p:grpSpPr>
        <a:xfrm>
          <a:off x="0" y="0"/>
          <a:ext cx="0" cy="0"/>
          <a:chOff x="0" y="0"/>
          <a:chExt cx="0" cy="0"/>
        </a:xfrm>
      </p:grpSpPr>
      <p:sp>
        <p:nvSpPr>
          <p:cNvPr id="149" name="Google Shape;149;p27">
            <a:extLst>
              <a:ext uri="{FF2B5EF4-FFF2-40B4-BE49-F238E27FC236}">
                <a16:creationId xmlns:a16="http://schemas.microsoft.com/office/drawing/2014/main" id="{CD633046-67A8-DC87-2409-76664A164444}"/>
              </a:ext>
            </a:extLst>
          </p:cNvPr>
          <p:cNvSpPr txBox="1">
            <a:spLocks noGrp="1"/>
          </p:cNvSpPr>
          <p:nvPr>
            <p:ph type="title" idx="4294967295"/>
          </p:nvPr>
        </p:nvSpPr>
        <p:spPr>
          <a:xfrm>
            <a:off x="388399" y="382349"/>
            <a:ext cx="8458057" cy="566928"/>
          </a:xfrm>
          <a:prstGeom prst="rect">
            <a:avLst/>
          </a:prstGeom>
        </p:spPr>
        <p:txBody>
          <a:bodyPr spcFirstLastPara="1" wrap="square" lIns="0" tIns="0" rIns="0" bIns="0" anchor="t" anchorCtr="0">
            <a:noAutofit/>
          </a:bodyPr>
          <a:lstStyle/>
          <a:p>
            <a:pPr algn="l"/>
            <a:r>
              <a:rPr sz="1750" b="1">
                <a:solidFill>
                  <a:srgbClr val="273039"/>
                </a:solidFill>
                <a:latin typeface="Arial"/>
              </a:rPr>
              <a:t>Incident benchmark definitions</a:t>
            </a:r>
            <a:endParaRPr sz="2000" b="1" dirty="0"/>
          </a:p>
        </p:txBody>
      </p:sp>
      <p:sp>
        <p:nvSpPr>
          <p:cNvPr id="11" name="Google Shape;149;p27">
            <a:extLst>
              <a:ext uri="{FF2B5EF4-FFF2-40B4-BE49-F238E27FC236}">
                <a16:creationId xmlns:a16="http://schemas.microsoft.com/office/drawing/2014/main" id="{531A8C33-8BB9-6CC6-9337-C6BB60C8A15A}"/>
              </a:ext>
            </a:extLst>
          </p:cNvPr>
          <p:cNvSpPr txBox="1">
            <a:spLocks/>
          </p:cNvSpPr>
          <p:nvPr/>
        </p:nvSpPr>
        <p:spPr>
          <a:xfrm>
            <a:off x="388399" y="4761151"/>
            <a:ext cx="8458057" cy="281214"/>
          </a:xfrm>
          <a:prstGeom prst="rect">
            <a:avLst/>
          </a:prstGeom>
          <a:noFill/>
          <a:ln>
            <a:noFill/>
          </a:ln>
        </p:spPr>
        <p:txBody>
          <a:bodyPr spcFirstLastPara="1" wrap="square" lIns="0" tIns="0" rIns="0" bIns="0" anchor="t"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SzPts val="1800"/>
              <a:buFont typeface="Lora"/>
              <a:buNone/>
              <a:defRPr sz="1800" b="0" i="0" u="none" strike="noStrike" cap="none">
                <a:solidFill>
                  <a:schemeClr val="dk1"/>
                </a:solidFill>
                <a:latin typeface="Lora"/>
                <a:ea typeface="Lora"/>
                <a:cs typeface="Lora"/>
                <a:sym typeface="Lora"/>
              </a:defRPr>
            </a:lvl1pPr>
            <a:lvl2pPr marR="0" lvl="1" algn="l" rtl="0">
              <a:lnSpc>
                <a:spcPct val="100000"/>
              </a:lnSpc>
              <a:spcBef>
                <a:spcPts val="0"/>
              </a:spcBef>
              <a:spcAft>
                <a:spcPts val="0"/>
              </a:spcAft>
              <a:buClr>
                <a:schemeClr val="dk1"/>
              </a:buClr>
              <a:buSzPts val="2800"/>
              <a:buFont typeface="DM Sans Medium"/>
              <a:buNone/>
              <a:defRPr sz="2800" b="0" i="0" u="none" strike="noStrike" cap="none">
                <a:solidFill>
                  <a:schemeClr val="dk1"/>
                </a:solidFill>
                <a:latin typeface="DM Sans Medium"/>
                <a:ea typeface="DM Sans Medium"/>
                <a:cs typeface="DM Sans Medium"/>
                <a:sym typeface="DM Sans Medium"/>
              </a:defRPr>
            </a:lvl2pPr>
            <a:lvl3pPr marR="0" lvl="2" algn="l" rtl="0">
              <a:lnSpc>
                <a:spcPct val="100000"/>
              </a:lnSpc>
              <a:spcBef>
                <a:spcPts val="0"/>
              </a:spcBef>
              <a:spcAft>
                <a:spcPts val="0"/>
              </a:spcAft>
              <a:buClr>
                <a:schemeClr val="dk1"/>
              </a:buClr>
              <a:buSzPts val="2800"/>
              <a:buFont typeface="DM Sans Medium"/>
              <a:buNone/>
              <a:defRPr sz="2800" b="0" i="0" u="none" strike="noStrike" cap="none">
                <a:solidFill>
                  <a:schemeClr val="dk1"/>
                </a:solidFill>
                <a:latin typeface="DM Sans Medium"/>
                <a:ea typeface="DM Sans Medium"/>
                <a:cs typeface="DM Sans Medium"/>
                <a:sym typeface="DM Sans Medium"/>
              </a:defRPr>
            </a:lvl3pPr>
            <a:lvl4pPr marR="0" lvl="3" algn="l" rtl="0">
              <a:lnSpc>
                <a:spcPct val="100000"/>
              </a:lnSpc>
              <a:spcBef>
                <a:spcPts val="0"/>
              </a:spcBef>
              <a:spcAft>
                <a:spcPts val="0"/>
              </a:spcAft>
              <a:buClr>
                <a:schemeClr val="dk1"/>
              </a:buClr>
              <a:buSzPts val="2800"/>
              <a:buFont typeface="DM Sans Medium"/>
              <a:buNone/>
              <a:defRPr sz="2800" b="0" i="0" u="none" strike="noStrike" cap="none">
                <a:solidFill>
                  <a:schemeClr val="dk1"/>
                </a:solidFill>
                <a:latin typeface="DM Sans Medium"/>
                <a:ea typeface="DM Sans Medium"/>
                <a:cs typeface="DM Sans Medium"/>
                <a:sym typeface="DM Sans Medium"/>
              </a:defRPr>
            </a:lvl4pPr>
            <a:lvl5pPr marR="0" lvl="4" algn="l" rtl="0">
              <a:lnSpc>
                <a:spcPct val="100000"/>
              </a:lnSpc>
              <a:spcBef>
                <a:spcPts val="0"/>
              </a:spcBef>
              <a:spcAft>
                <a:spcPts val="0"/>
              </a:spcAft>
              <a:buClr>
                <a:schemeClr val="dk1"/>
              </a:buClr>
              <a:buSzPts val="2800"/>
              <a:buFont typeface="DM Sans Medium"/>
              <a:buNone/>
              <a:defRPr sz="2800" b="0" i="0" u="none" strike="noStrike" cap="none">
                <a:solidFill>
                  <a:schemeClr val="dk1"/>
                </a:solidFill>
                <a:latin typeface="DM Sans Medium"/>
                <a:ea typeface="DM Sans Medium"/>
                <a:cs typeface="DM Sans Medium"/>
                <a:sym typeface="DM Sans Medium"/>
              </a:defRPr>
            </a:lvl5pPr>
            <a:lvl6pPr marR="0" lvl="5" algn="l" rtl="0">
              <a:lnSpc>
                <a:spcPct val="100000"/>
              </a:lnSpc>
              <a:spcBef>
                <a:spcPts val="0"/>
              </a:spcBef>
              <a:spcAft>
                <a:spcPts val="0"/>
              </a:spcAft>
              <a:buClr>
                <a:schemeClr val="dk1"/>
              </a:buClr>
              <a:buSzPts val="2800"/>
              <a:buFont typeface="DM Sans Medium"/>
              <a:buNone/>
              <a:defRPr sz="2800" b="0" i="0" u="none" strike="noStrike" cap="none">
                <a:solidFill>
                  <a:schemeClr val="dk1"/>
                </a:solidFill>
                <a:latin typeface="DM Sans Medium"/>
                <a:ea typeface="DM Sans Medium"/>
                <a:cs typeface="DM Sans Medium"/>
                <a:sym typeface="DM Sans Medium"/>
              </a:defRPr>
            </a:lvl6pPr>
            <a:lvl7pPr marR="0" lvl="6" algn="l" rtl="0">
              <a:lnSpc>
                <a:spcPct val="100000"/>
              </a:lnSpc>
              <a:spcBef>
                <a:spcPts val="0"/>
              </a:spcBef>
              <a:spcAft>
                <a:spcPts val="0"/>
              </a:spcAft>
              <a:buClr>
                <a:schemeClr val="dk1"/>
              </a:buClr>
              <a:buSzPts val="2800"/>
              <a:buFont typeface="DM Sans Medium"/>
              <a:buNone/>
              <a:defRPr sz="2800" b="0" i="0" u="none" strike="noStrike" cap="none">
                <a:solidFill>
                  <a:schemeClr val="dk1"/>
                </a:solidFill>
                <a:latin typeface="DM Sans Medium"/>
                <a:ea typeface="DM Sans Medium"/>
                <a:cs typeface="DM Sans Medium"/>
                <a:sym typeface="DM Sans Medium"/>
              </a:defRPr>
            </a:lvl7pPr>
            <a:lvl8pPr marR="0" lvl="7" algn="l" rtl="0">
              <a:lnSpc>
                <a:spcPct val="100000"/>
              </a:lnSpc>
              <a:spcBef>
                <a:spcPts val="0"/>
              </a:spcBef>
              <a:spcAft>
                <a:spcPts val="0"/>
              </a:spcAft>
              <a:buClr>
                <a:schemeClr val="dk1"/>
              </a:buClr>
              <a:buSzPts val="2800"/>
              <a:buFont typeface="DM Sans Medium"/>
              <a:buNone/>
              <a:defRPr sz="2800" b="0" i="0" u="none" strike="noStrike" cap="none">
                <a:solidFill>
                  <a:schemeClr val="dk1"/>
                </a:solidFill>
                <a:latin typeface="DM Sans Medium"/>
                <a:ea typeface="DM Sans Medium"/>
                <a:cs typeface="DM Sans Medium"/>
                <a:sym typeface="DM Sans Medium"/>
              </a:defRPr>
            </a:lvl8pPr>
            <a:lvl9pPr marR="0" lvl="8" algn="l" rtl="0">
              <a:lnSpc>
                <a:spcPct val="100000"/>
              </a:lnSpc>
              <a:spcBef>
                <a:spcPts val="0"/>
              </a:spcBef>
              <a:spcAft>
                <a:spcPts val="0"/>
              </a:spcAft>
              <a:buClr>
                <a:schemeClr val="dk1"/>
              </a:buClr>
              <a:buSzPts val="2800"/>
              <a:buFont typeface="DM Sans Medium"/>
              <a:buNone/>
              <a:defRPr sz="2800" b="0" i="0" u="none" strike="noStrike" cap="none">
                <a:solidFill>
                  <a:schemeClr val="dk1"/>
                </a:solidFill>
                <a:latin typeface="DM Sans Medium"/>
                <a:ea typeface="DM Sans Medium"/>
                <a:cs typeface="DM Sans Medium"/>
                <a:sym typeface="DM Sans Medium"/>
              </a:defRPr>
            </a:lvl9pPr>
          </a:lstStyle>
          <a:p>
            <a:r>
              <a:rPr lang="en-US" sz="800" baseline="30000" dirty="0">
                <a:latin typeface="Times New Roman" pitchFamily="2" charset="0"/>
              </a:rPr>
              <a:t>1 </a:t>
            </a:r>
            <a:r>
              <a:rPr lang="en-US" sz="700" dirty="0">
                <a:latin typeface="Arial"/>
              </a:rPr>
              <a:t>Centers for Medicare &amp; Medicaid Services. </a:t>
            </a:r>
            <a:r>
              <a:rPr lang="en-US" sz="700" i="1" dirty="0">
                <a:latin typeface="Arial"/>
              </a:rPr>
              <a:t>State Operations Manual: Appendix PP – Guidance to Surveyors for Long Term Care Facilities</a:t>
            </a:r>
            <a:r>
              <a:rPr lang="en-US" sz="700" dirty="0">
                <a:latin typeface="Arial"/>
              </a:rPr>
              <a:t>. Rev. 173, November 22, 2017. Accessed November 11, 2025. </a:t>
            </a:r>
            <a:r>
              <a:rPr lang="en-US" sz="700" dirty="0">
                <a:latin typeface="Arial"/>
                <a:hlinkClick r:id="rId3"/>
              </a:rPr>
              <a:t>https://www.cms.gov/medicare/provider-enrollment-and-certification/guidanceforlawsandregulations/downloads/appendix-pp-state-operations-manual.pdf</a:t>
            </a:r>
            <a:endParaRPr lang="en-US" sz="700" b="1" i="1" dirty="0"/>
          </a:p>
        </p:txBody>
      </p:sp>
      <p:graphicFrame>
        <p:nvGraphicFramePr>
          <p:cNvPr id="3" name="Table 2">
            <a:extLst>
              <a:ext uri="{FF2B5EF4-FFF2-40B4-BE49-F238E27FC236}">
                <a16:creationId xmlns:a16="http://schemas.microsoft.com/office/drawing/2014/main" id="{5A34DD09-406F-8215-DC72-3A54FDDE26F6}"/>
              </a:ext>
            </a:extLst>
          </p:cNvPr>
          <p:cNvGraphicFramePr>
            <a:graphicFrameLocks noGrp="1"/>
          </p:cNvGraphicFramePr>
          <p:nvPr>
            <p:extLst>
              <p:ext uri="{D42A27DB-BD31-4B8C-83A1-F6EECF244321}">
                <p14:modId xmlns:p14="http://schemas.microsoft.com/office/powerpoint/2010/main" val="892530077"/>
              </p:ext>
            </p:extLst>
          </p:nvPr>
        </p:nvGraphicFramePr>
        <p:xfrm>
          <a:off x="343241" y="1245870"/>
          <a:ext cx="8457518" cy="2651760"/>
        </p:xfrm>
        <a:graphic>
          <a:graphicData uri="http://schemas.openxmlformats.org/drawingml/2006/table">
            <a:tbl>
              <a:tblPr>
                <a:tableStyleId>{506B5915-A98E-4E56-8D00-E4F5FFEB1B49}</a:tableStyleId>
              </a:tblPr>
              <a:tblGrid>
                <a:gridCol w="225392">
                  <a:extLst>
                    <a:ext uri="{9D8B030D-6E8A-4147-A177-3AD203B41FA5}">
                      <a16:colId xmlns:a16="http://schemas.microsoft.com/office/drawing/2014/main" val="675412286"/>
                    </a:ext>
                  </a:extLst>
                </a:gridCol>
                <a:gridCol w="2326578">
                  <a:extLst>
                    <a:ext uri="{9D8B030D-6E8A-4147-A177-3AD203B41FA5}">
                      <a16:colId xmlns:a16="http://schemas.microsoft.com/office/drawing/2014/main" val="2662057736"/>
                    </a:ext>
                  </a:extLst>
                </a:gridCol>
                <a:gridCol w="3006811">
                  <a:extLst>
                    <a:ext uri="{9D8B030D-6E8A-4147-A177-3AD203B41FA5}">
                      <a16:colId xmlns:a16="http://schemas.microsoft.com/office/drawing/2014/main" val="2380589085"/>
                    </a:ext>
                  </a:extLst>
                </a:gridCol>
                <a:gridCol w="2898737">
                  <a:extLst>
                    <a:ext uri="{9D8B030D-6E8A-4147-A177-3AD203B41FA5}">
                      <a16:colId xmlns:a16="http://schemas.microsoft.com/office/drawing/2014/main" val="2038069971"/>
                    </a:ext>
                  </a:extLst>
                </a:gridCol>
              </a:tblGrid>
              <a:tr h="0">
                <a:tc>
                  <a:txBody>
                    <a:bodyPr/>
                    <a:lstStyle/>
                    <a:p>
                      <a:pPr>
                        <a:buNone/>
                      </a:pPr>
                      <a:endParaRPr lang="en-US" sz="1200" b="1" dirty="0">
                        <a:latin typeface="Lora" pitchFamily="2" charset="0"/>
                      </a:endParaRPr>
                    </a:p>
                  </a:txBody>
                  <a:tcPr anchor="ctr"/>
                </a:tc>
                <a:tc>
                  <a:txBody>
                    <a:bodyPr/>
                    <a:lstStyle/>
                    <a:p>
                      <a:pPr>
                        <a:buNone/>
                      </a:pPr>
                      <a:r>
                        <a:rPr lang="en-US" sz="1200" b="1" dirty="0">
                          <a:latin typeface="Arial" pitchFamily="2" charset="0"/>
                        </a:rPr>
                        <a:t>Benchmark</a:t>
                      </a:r>
                    </a:p>
                  </a:txBody>
                  <a:tcPr anchor="ctr"/>
                </a:tc>
                <a:tc>
                  <a:txBody>
                    <a:bodyPr/>
                    <a:lstStyle/>
                    <a:p>
                      <a:pPr>
                        <a:buNone/>
                      </a:pPr>
                      <a:r>
                        <a:rPr lang="en-US" sz="1200" b="1">
                          <a:latin typeface="Arial" pitchFamily="2" charset="0"/>
                        </a:rPr>
                        <a:t>What It Captures</a:t>
                      </a:r>
                    </a:p>
                  </a:txBody>
                  <a:tcPr anchor="ctr"/>
                </a:tc>
                <a:tc>
                  <a:txBody>
                    <a:bodyPr/>
                    <a:lstStyle/>
                    <a:p>
                      <a:pPr>
                        <a:buNone/>
                      </a:pPr>
                      <a:r>
                        <a:rPr lang="en-US" sz="1200" b="1" i="0" u="none" strike="noStrike" cap="none" dirty="0">
                          <a:solidFill>
                            <a:srgbClr val="000000"/>
                          </a:solidFill>
                          <a:latin typeface="Arial" pitchFamily="2" charset="0"/>
                          <a:cs typeface="Arial"/>
                          <a:sym typeface="Arial"/>
                        </a:rPr>
                        <a:t>Why It </a:t>
                      </a:r>
                      <a:r>
                        <a:rPr lang="en-US" sz="1200" b="1" dirty="0">
                          <a:latin typeface="Arial" pitchFamily="2" charset="0"/>
                        </a:rPr>
                        <a:t>Matters</a:t>
                      </a:r>
                    </a:p>
                  </a:txBody>
                  <a:tcPr anchor="ctr"/>
                </a:tc>
                <a:extLst>
                  <a:ext uri="{0D108BD9-81ED-4DB2-BD59-A6C34878D82A}">
                    <a16:rowId xmlns:a16="http://schemas.microsoft.com/office/drawing/2014/main" val="261985176"/>
                  </a:ext>
                </a:extLst>
              </a:tr>
              <a:tr h="0">
                <a:tc>
                  <a:txBody>
                    <a:bodyPr/>
                    <a:lstStyle/>
                    <a:p>
                      <a:pPr>
                        <a:buNone/>
                      </a:pPr>
                      <a:r>
                        <a:rPr lang="en-US" sz="1200" dirty="0">
                          <a:latin typeface="Arial" pitchFamily="2" charset="0"/>
                        </a:rPr>
                        <a:t>1</a:t>
                      </a:r>
                    </a:p>
                  </a:txBody>
                  <a:tcPr anchor="ctr"/>
                </a:tc>
                <a:tc>
                  <a:txBody>
                    <a:bodyPr/>
                    <a:lstStyle/>
                    <a:p>
                      <a:pPr>
                        <a:buNone/>
                      </a:pPr>
                      <a:r>
                        <a:rPr lang="en-US" sz="1200" b="1" dirty="0">
                          <a:latin typeface="Arial" pitchFamily="2" charset="0"/>
                        </a:rPr>
                        <a:t>% Residents with Repeat Fall &lt;30 Days</a:t>
                      </a:r>
                      <a:endParaRPr lang="en-US" sz="1200" dirty="0">
                        <a:latin typeface="Lora" pitchFamily="2" charset="0"/>
                      </a:endParaRPr>
                    </a:p>
                  </a:txBody>
                  <a:tcPr anchor="ctr"/>
                </a:tc>
                <a:tc>
                  <a:txBody>
                    <a:bodyPr/>
                    <a:lstStyle/>
                    <a:p>
                      <a:pPr>
                        <a:buNone/>
                      </a:pPr>
                      <a:r>
                        <a:rPr lang="en-US" sz="1200">
                          <a:latin typeface="Arial" pitchFamily="2" charset="0"/>
                        </a:rPr>
                        <a:t>Share of residents falling again within 30 days.</a:t>
                      </a:r>
                    </a:p>
                  </a:txBody>
                  <a:tcPr anchor="ctr"/>
                </a:tc>
                <a:tc>
                  <a:txBody>
                    <a:bodyPr/>
                    <a:lstStyle/>
                    <a:p>
                      <a:pPr>
                        <a:buNone/>
                      </a:pPr>
                      <a:r>
                        <a:rPr lang="en-US" sz="1200" dirty="0">
                          <a:latin typeface="Arial" pitchFamily="2" charset="0"/>
                        </a:rPr>
                        <a:t>Rapid recurrence indicator; mirrors readmission-style quality triggers.</a:t>
                      </a:r>
                    </a:p>
                  </a:txBody>
                  <a:tcPr anchor="ctr"/>
                </a:tc>
                <a:extLst>
                  <a:ext uri="{0D108BD9-81ED-4DB2-BD59-A6C34878D82A}">
                    <a16:rowId xmlns:a16="http://schemas.microsoft.com/office/drawing/2014/main" val="1284634837"/>
                  </a:ext>
                </a:extLst>
              </a:tr>
              <a:tr h="0">
                <a:tc>
                  <a:txBody>
                    <a:bodyPr/>
                    <a:lstStyle/>
                    <a:p>
                      <a:pPr>
                        <a:buNone/>
                      </a:pPr>
                      <a:r>
                        <a:rPr lang="en-US" sz="1200" dirty="0">
                          <a:latin typeface="Arial" pitchFamily="2" charset="0"/>
                        </a:rPr>
                        <a:t>2</a:t>
                      </a:r>
                    </a:p>
                  </a:txBody>
                  <a:tcPr anchor="ctr"/>
                </a:tc>
                <a:tc>
                  <a:txBody>
                    <a:bodyPr/>
                    <a:lstStyle/>
                    <a:p>
                      <a:pPr>
                        <a:buNone/>
                      </a:pPr>
                      <a:r>
                        <a:rPr lang="en-US" sz="1200" b="1" dirty="0">
                          <a:latin typeface="Arial" pitchFamily="2" charset="0"/>
                        </a:rPr>
                        <a:t>Falls per 100 Residents</a:t>
                      </a:r>
                      <a:endParaRPr lang="en-US" sz="1200" dirty="0">
                        <a:latin typeface="Lora" pitchFamily="2" charset="0"/>
                      </a:endParaRPr>
                    </a:p>
                  </a:txBody>
                  <a:tcPr anchor="ctr"/>
                </a:tc>
                <a:tc>
                  <a:txBody>
                    <a:bodyPr/>
                    <a:lstStyle/>
                    <a:p>
                      <a:pPr>
                        <a:buNone/>
                      </a:pPr>
                      <a:r>
                        <a:rPr lang="en-US" sz="1200" dirty="0">
                          <a:latin typeface="Arial" pitchFamily="2" charset="0"/>
                        </a:rPr>
                        <a:t>Frequency of fall incidents normalized to population size.</a:t>
                      </a:r>
                    </a:p>
                  </a:txBody>
                  <a:tcPr anchor="ctr"/>
                </a:tc>
                <a:tc>
                  <a:txBody>
                    <a:bodyPr/>
                    <a:lstStyle/>
                    <a:p>
                      <a:pPr>
                        <a:buNone/>
                      </a:pPr>
                      <a:r>
                        <a:rPr lang="en-US" sz="1200" dirty="0">
                          <a:latin typeface="Arial" pitchFamily="2" charset="0"/>
                        </a:rPr>
                        <a:t>Core safety metric; rising rates flag environments or workflows needing review.</a:t>
                      </a:r>
                    </a:p>
                  </a:txBody>
                  <a:tcPr anchor="ctr"/>
                </a:tc>
                <a:extLst>
                  <a:ext uri="{0D108BD9-81ED-4DB2-BD59-A6C34878D82A}">
                    <a16:rowId xmlns:a16="http://schemas.microsoft.com/office/drawing/2014/main" val="2748640224"/>
                  </a:ext>
                </a:extLst>
              </a:tr>
              <a:tr h="0">
                <a:tc>
                  <a:txBody>
                    <a:bodyPr/>
                    <a:lstStyle/>
                    <a:p>
                      <a:pPr>
                        <a:buNone/>
                      </a:pPr>
                      <a:r>
                        <a:rPr lang="en-US" sz="1200" dirty="0">
                          <a:latin typeface="Arial" pitchFamily="2" charset="0"/>
                        </a:rPr>
                        <a:t>3</a:t>
                      </a:r>
                    </a:p>
                  </a:txBody>
                  <a:tcPr anchor="ctr"/>
                </a:tc>
                <a:tc>
                  <a:txBody>
                    <a:bodyPr/>
                    <a:lstStyle/>
                    <a:p>
                      <a:pPr>
                        <a:buNone/>
                      </a:pPr>
                      <a:r>
                        <a:rPr lang="en-US" sz="1200" b="1" dirty="0">
                          <a:latin typeface="Arial" pitchFamily="2" charset="0"/>
                        </a:rPr>
                        <a:t>Median Days Between Falls</a:t>
                      </a:r>
                      <a:endParaRPr lang="en-US" sz="1200" dirty="0">
                        <a:latin typeface="Lora" pitchFamily="2" charset="0"/>
                      </a:endParaRPr>
                    </a:p>
                  </a:txBody>
                  <a:tcPr anchor="ctr"/>
                </a:tc>
                <a:tc>
                  <a:txBody>
                    <a:bodyPr/>
                    <a:lstStyle/>
                    <a:p>
                      <a:pPr>
                        <a:buNone/>
                      </a:pPr>
                      <a:r>
                        <a:rPr lang="en-US" sz="1200">
                          <a:latin typeface="Arial" pitchFamily="2" charset="0"/>
                        </a:rPr>
                        <a:t>Typical interval between repeat falls (among residents with &gt;1).</a:t>
                      </a:r>
                    </a:p>
                  </a:txBody>
                  <a:tcPr anchor="ctr"/>
                </a:tc>
                <a:tc>
                  <a:txBody>
                    <a:bodyPr/>
                    <a:lstStyle/>
                    <a:p>
                      <a:pPr>
                        <a:buNone/>
                      </a:pPr>
                      <a:r>
                        <a:rPr lang="en-US" sz="1200">
                          <a:latin typeface="Arial" pitchFamily="2" charset="0"/>
                        </a:rPr>
                        <a:t>Shorter intervals imply unresolved risk or insufficient recovery after events.</a:t>
                      </a:r>
                    </a:p>
                  </a:txBody>
                  <a:tcPr anchor="ctr"/>
                </a:tc>
                <a:extLst>
                  <a:ext uri="{0D108BD9-81ED-4DB2-BD59-A6C34878D82A}">
                    <a16:rowId xmlns:a16="http://schemas.microsoft.com/office/drawing/2014/main" val="2545486532"/>
                  </a:ext>
                </a:extLst>
              </a:tr>
              <a:tr h="0">
                <a:tc>
                  <a:txBody>
                    <a:bodyPr/>
                    <a:lstStyle/>
                    <a:p>
                      <a:pPr>
                        <a:buNone/>
                      </a:pPr>
                      <a:r>
                        <a:rPr lang="en-US" sz="1200" dirty="0">
                          <a:latin typeface="Arial" pitchFamily="2" charset="0"/>
                        </a:rPr>
                        <a:t>4</a:t>
                      </a:r>
                    </a:p>
                  </a:txBody>
                  <a:tcPr anchor="ctr"/>
                </a:tc>
                <a:tc>
                  <a:txBody>
                    <a:bodyPr/>
                    <a:lstStyle/>
                    <a:p>
                      <a:pPr>
                        <a:buNone/>
                      </a:pPr>
                      <a:r>
                        <a:rPr lang="en-US" sz="1200" b="1" dirty="0">
                          <a:latin typeface="Arial" pitchFamily="2" charset="0"/>
                        </a:rPr>
                        <a:t>Fall-to-Weight-Event Ratio</a:t>
                      </a:r>
                      <a:endParaRPr lang="en-US" sz="1200" dirty="0">
                        <a:latin typeface="Lora" pitchFamily="2" charset="0"/>
                      </a:endParaRPr>
                    </a:p>
                  </a:txBody>
                  <a:tcPr anchor="ctr"/>
                </a:tc>
                <a:tc>
                  <a:txBody>
                    <a:bodyPr/>
                    <a:lstStyle/>
                    <a:p>
                      <a:pPr>
                        <a:buNone/>
                      </a:pPr>
                      <a:r>
                        <a:rPr lang="en-US" sz="1200" dirty="0">
                          <a:latin typeface="Arial" pitchFamily="2" charset="0"/>
                        </a:rPr>
                        <a:t>Relationship between fall frequency and weight-change events.</a:t>
                      </a:r>
                    </a:p>
                  </a:txBody>
                  <a:tcPr anchor="ctr"/>
                </a:tc>
                <a:tc>
                  <a:txBody>
                    <a:bodyPr/>
                    <a:lstStyle/>
                    <a:p>
                      <a:pPr>
                        <a:buNone/>
                      </a:pPr>
                      <a:r>
                        <a:rPr lang="en-US" sz="1200" dirty="0">
                          <a:latin typeface="Arial" pitchFamily="2" charset="0"/>
                        </a:rPr>
                        <a:t>Tests whether physiological instability precedes adverse safety events.</a:t>
                      </a:r>
                    </a:p>
                  </a:txBody>
                  <a:tcPr anchor="ctr"/>
                </a:tc>
                <a:extLst>
                  <a:ext uri="{0D108BD9-81ED-4DB2-BD59-A6C34878D82A}">
                    <a16:rowId xmlns:a16="http://schemas.microsoft.com/office/drawing/2014/main" val="3868377279"/>
                  </a:ext>
                </a:extLst>
              </a:tr>
            </a:tbl>
          </a:graphicData>
        </a:graphic>
      </p:graphicFrame>
      <p:sp>
        <p:nvSpPr>
          <p:cNvPr id="150" name="Rectangle 149"/>
          <p:cNvSpPr/>
          <p:nvPr/>
        </p:nvSpPr>
        <p:spPr>
          <a:xfrm>
            <a:off x="365760" y="4759452"/>
            <a:ext cx="8412480" cy="19050"/>
          </a:xfrm>
          <a:prstGeom prst="rect">
            <a:avLst/>
          </a:prstGeom>
          <a:solidFill>
            <a:srgbClr val="F2F6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1" name="Rectangle 150"/>
          <p:cNvSpPr/>
          <p:nvPr/>
        </p:nvSpPr>
        <p:spPr>
          <a:xfrm>
            <a:off x="0" y="4759452"/>
            <a:ext cx="9144000" cy="384048"/>
          </a:xfrm>
          <a:prstGeom prst="rect">
            <a:avLst/>
          </a:prstGeom>
          <a:solidFill>
            <a:srgbClr val="7DB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2" name="TextBox 151"/>
          <p:cNvSpPr txBox="1"/>
          <p:nvPr/>
        </p:nvSpPr>
        <p:spPr>
          <a:xfrm>
            <a:off x="320040" y="4823460"/>
            <a:ext cx="3840480" cy="164592"/>
          </a:xfrm>
          <a:prstGeom prst="rect">
            <a:avLst/>
          </a:prstGeom>
          <a:noFill/>
        </p:spPr>
        <p:txBody>
          <a:bodyPr wrap="none">
            <a:spAutoFit/>
          </a:bodyPr>
          <a:lstStyle/>
          <a:p>
            <a:pPr algn="l"/>
            <a:r>
              <a:rPr sz="850" b="0">
                <a:solidFill>
                  <a:srgbClr val="FFFFFF"/>
                </a:solidFill>
                <a:latin typeface="Arial"/>
              </a:rPr>
              <a:t>© 2026 The DOMAS Group LLC. All rights reserved.</a:t>
            </a:r>
          </a:p>
        </p:txBody>
      </p:sp>
      <p:sp>
        <p:nvSpPr>
          <p:cNvPr id="153" name="TextBox 152"/>
          <p:cNvSpPr txBox="1"/>
          <p:nvPr/>
        </p:nvSpPr>
        <p:spPr>
          <a:xfrm>
            <a:off x="6629400" y="4814316"/>
            <a:ext cx="2194560" cy="201168"/>
          </a:xfrm>
          <a:prstGeom prst="rect">
            <a:avLst/>
          </a:prstGeom>
          <a:noFill/>
        </p:spPr>
        <p:txBody>
          <a:bodyPr wrap="none">
            <a:spAutoFit/>
          </a:bodyPr>
          <a:lstStyle/>
          <a:p>
            <a:pPr algn="r"/>
            <a:r>
              <a:rPr sz="850" b="0">
                <a:solidFill>
                  <a:srgbClr val="FFFFFF"/>
                </a:solidFill>
                <a:latin typeface="Arial"/>
              </a:rPr>
              <a:t>Anonymized portfolio case study</a:t>
            </a:r>
          </a:p>
        </p:txBody>
      </p:sp>
      <p:sp>
        <p:nvSpPr>
          <p:cNvPr id="154" name="Rectangle 153"/>
          <p:cNvSpPr/>
          <p:nvPr/>
        </p:nvSpPr>
        <p:spPr>
          <a:xfrm>
            <a:off x="521207" y="941832"/>
            <a:ext cx="868680" cy="38100"/>
          </a:xfrm>
          <a:prstGeom prst="rect">
            <a:avLst/>
          </a:prstGeom>
          <a:solidFill>
            <a:srgbClr val="5B9D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extLst>
      <p:ext uri="{BB962C8B-B14F-4D97-AF65-F5344CB8AC3E}">
        <p14:creationId xmlns:p14="http://schemas.microsoft.com/office/powerpoint/2010/main" val="188269817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48">
          <a:extLst>
            <a:ext uri="{FF2B5EF4-FFF2-40B4-BE49-F238E27FC236}">
              <a16:creationId xmlns:a16="http://schemas.microsoft.com/office/drawing/2014/main" id="{523C231C-1937-6C0C-45BA-2470EA046B3D}"/>
            </a:ext>
          </a:extLst>
        </p:cNvPr>
        <p:cNvGrpSpPr/>
        <p:nvPr/>
      </p:nvGrpSpPr>
      <p:grpSpPr>
        <a:xfrm>
          <a:off x="0" y="0"/>
          <a:ext cx="0" cy="0"/>
          <a:chOff x="0" y="0"/>
          <a:chExt cx="0" cy="0"/>
        </a:xfrm>
      </p:grpSpPr>
      <p:pic>
        <p:nvPicPr>
          <p:cNvPr id="156" name="Picture 155" descr="image.png"/>
          <p:cNvPicPr>
            <a:picLocks noChangeAspect="1"/>
          </p:cNvPicPr>
          <p:nvPr/>
        </p:nvPicPr>
        <p:blipFill>
          <a:blip r:embed="rId4"/>
          <a:stretch>
            <a:fillRect/>
          </a:stretch>
        </p:blipFill>
        <p:spPr>
          <a:xfrm>
            <a:off x="1143000" y="1481328"/>
            <a:ext cx="7086600" cy="2697480"/>
          </a:xfrm>
          <a:prstGeom prst="rect">
            <a:avLst/>
          </a:prstGeom>
        </p:spPr>
      </p:pic>
      <p:sp>
        <p:nvSpPr>
          <p:cNvPr id="150" name="Rectangle 149"/>
          <p:cNvSpPr/>
          <p:nvPr/>
        </p:nvSpPr>
        <p:spPr>
          <a:xfrm>
            <a:off x="365760" y="4759452"/>
            <a:ext cx="8412480" cy="19050"/>
          </a:xfrm>
          <a:prstGeom prst="rect">
            <a:avLst/>
          </a:prstGeom>
          <a:solidFill>
            <a:srgbClr val="F2F6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1" name="Rectangle 150"/>
          <p:cNvSpPr/>
          <p:nvPr/>
        </p:nvSpPr>
        <p:spPr>
          <a:xfrm>
            <a:off x="0" y="4759452"/>
            <a:ext cx="9144000" cy="384048"/>
          </a:xfrm>
          <a:prstGeom prst="rect">
            <a:avLst/>
          </a:prstGeom>
          <a:solidFill>
            <a:srgbClr val="7DB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4" name="Rectangle 153"/>
          <p:cNvSpPr/>
          <p:nvPr/>
        </p:nvSpPr>
        <p:spPr>
          <a:xfrm>
            <a:off x="521207" y="941832"/>
            <a:ext cx="868680" cy="38100"/>
          </a:xfrm>
          <a:prstGeom prst="rect">
            <a:avLst/>
          </a:prstGeom>
          <a:solidFill>
            <a:srgbClr val="5B9D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9" name="Google Shape;149;p27">
            <a:extLst>
              <a:ext uri="{FF2B5EF4-FFF2-40B4-BE49-F238E27FC236}">
                <a16:creationId xmlns:a16="http://schemas.microsoft.com/office/drawing/2014/main" id="{BAED43D9-0838-A03A-9BF8-50D63F4D7FD7}"/>
              </a:ext>
            </a:extLst>
          </p:cNvPr>
          <p:cNvSpPr txBox="1">
            <a:spLocks noGrp="1"/>
          </p:cNvSpPr>
          <p:nvPr>
            <p:ph type="title" idx="4294967295"/>
          </p:nvPr>
        </p:nvSpPr>
        <p:spPr>
          <a:xfrm>
            <a:off x="388399" y="382349"/>
            <a:ext cx="8458057" cy="566928"/>
          </a:xfrm>
          <a:prstGeom prst="rect">
            <a:avLst/>
          </a:prstGeom>
        </p:spPr>
        <p:txBody>
          <a:bodyPr spcFirstLastPara="1" wrap="square" lIns="0" tIns="0" rIns="0" bIns="0" anchor="t" anchorCtr="0">
            <a:noAutofit/>
          </a:bodyPr>
          <a:lstStyle/>
          <a:p>
            <a:pPr algn="l"/>
            <a:r>
              <a:rPr sz="1750" b="1">
                <a:solidFill>
                  <a:srgbClr val="273039"/>
                </a:solidFill>
                <a:latin typeface="Arial"/>
              </a:rPr>
              <a:t>Repeat-fall rate</a:t>
            </a:r>
            <a:endParaRPr sz="2000" b="1" dirty="0"/>
          </a:p>
        </p:txBody>
      </p:sp>
      <p:sp>
        <p:nvSpPr>
          <p:cNvPr id="152" name="TextBox 151"/>
          <p:cNvSpPr txBox="1"/>
          <p:nvPr/>
        </p:nvSpPr>
        <p:spPr>
          <a:xfrm>
            <a:off x="320040" y="4823460"/>
            <a:ext cx="3840480" cy="164592"/>
          </a:xfrm>
          <a:prstGeom prst="rect">
            <a:avLst/>
          </a:prstGeom>
          <a:noFill/>
        </p:spPr>
        <p:txBody>
          <a:bodyPr wrap="none">
            <a:spAutoFit/>
          </a:bodyPr>
          <a:lstStyle/>
          <a:p>
            <a:pPr algn="l"/>
            <a:r>
              <a:rPr sz="850" b="0">
                <a:solidFill>
                  <a:srgbClr val="FFFFFF"/>
                </a:solidFill>
                <a:latin typeface="Arial"/>
              </a:rPr>
              <a:t>© 2026 The DOMAS Group LLC. All rights reserved.</a:t>
            </a:r>
          </a:p>
        </p:txBody>
      </p:sp>
      <p:sp>
        <p:nvSpPr>
          <p:cNvPr id="153" name="TextBox 152"/>
          <p:cNvSpPr txBox="1"/>
          <p:nvPr/>
        </p:nvSpPr>
        <p:spPr>
          <a:xfrm>
            <a:off x="6629400" y="4814316"/>
            <a:ext cx="2194560" cy="201168"/>
          </a:xfrm>
          <a:prstGeom prst="rect">
            <a:avLst/>
          </a:prstGeom>
          <a:noFill/>
        </p:spPr>
        <p:txBody>
          <a:bodyPr wrap="none">
            <a:spAutoFit/>
          </a:bodyPr>
          <a:lstStyle/>
          <a:p>
            <a:pPr algn="r"/>
            <a:r>
              <a:rPr sz="850" b="0">
                <a:solidFill>
                  <a:srgbClr val="FFFFFF"/>
                </a:solidFill>
                <a:latin typeface="Arial"/>
              </a:rPr>
              <a:t>Anonymized portfolio case study</a:t>
            </a:r>
          </a:p>
        </p:txBody>
      </p:sp>
      <p:sp>
        <p:nvSpPr>
          <p:cNvPr id="155" name="TextBox 154"/>
          <p:cNvSpPr txBox="1"/>
          <p:nvPr/>
        </p:nvSpPr>
        <p:spPr>
          <a:xfrm>
            <a:off x="502920" y="1078992"/>
            <a:ext cx="7726679" cy="502920"/>
          </a:xfrm>
          <a:prstGeom prst="rect">
            <a:avLst/>
          </a:prstGeom>
          <a:noFill/>
        </p:spPr>
        <p:txBody>
          <a:bodyPr wrap="square" lIns="0" tIns="0" rIns="0" bIns="0">
            <a:spAutoFit/>
          </a:bodyPr>
          <a:lstStyle/>
          <a:p>
            <a:pPr algn="l"/>
            <a:r>
              <a:rPr sz="1330">
                <a:solidFill>
                  <a:srgbClr val="1E1E1E"/>
                </a:solidFill>
                <a:latin typeface="Arial"/>
              </a:rPr>
              <a:t>Repeat falls increased across many communities, with several showing notable spikes that warrant closer review.</a:t>
            </a:r>
          </a:p>
        </p:txBody>
      </p:sp>
      <p:sp>
        <p:nvSpPr>
          <p:cNvPr id="157" name="Rounded Rectangle 156"/>
          <p:cNvSpPr/>
          <p:nvPr/>
        </p:nvSpPr>
        <p:spPr>
          <a:xfrm>
            <a:off x="5029200" y="1591056"/>
            <a:ext cx="3017520" cy="228600"/>
          </a:xfrm>
          <a:prstGeom prst="roundRect">
            <a:avLst/>
          </a:prstGeom>
          <a:solidFill>
            <a:srgbClr val="F2F8F6"/>
          </a:solidFill>
          <a:ln>
            <a:solidFill>
              <a:srgbClr val="B7D6C9"/>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850" b="1">
                <a:solidFill>
                  <a:srgbClr val="0B2D5C"/>
                </a:solidFill>
                <a:latin typeface="Times New Roman"/>
              </a:rPr>
              <a:t>Sanitized visual: labels and values redacted</a:t>
            </a:r>
          </a:p>
        </p:txBody>
      </p:sp>
    </p:spTree>
    <p:extLst>
      <p:ext uri="{BB962C8B-B14F-4D97-AF65-F5344CB8AC3E}">
        <p14:creationId xmlns:p14="http://schemas.microsoft.com/office/powerpoint/2010/main" val="304691312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48">
          <a:extLst>
            <a:ext uri="{FF2B5EF4-FFF2-40B4-BE49-F238E27FC236}">
              <a16:creationId xmlns:a16="http://schemas.microsoft.com/office/drawing/2014/main" id="{806CD1DC-4FC3-E827-CFE3-F54AF8E47D1A}"/>
            </a:ext>
          </a:extLst>
        </p:cNvPr>
        <p:cNvGrpSpPr/>
        <p:nvPr/>
      </p:nvGrpSpPr>
      <p:grpSpPr>
        <a:xfrm>
          <a:off x="0" y="0"/>
          <a:ext cx="0" cy="0"/>
          <a:chOff x="0" y="0"/>
          <a:chExt cx="0" cy="0"/>
        </a:xfrm>
      </p:grpSpPr>
      <p:pic>
        <p:nvPicPr>
          <p:cNvPr id="156" name="Picture 155" descr="image.png"/>
          <p:cNvPicPr>
            <a:picLocks noChangeAspect="1"/>
          </p:cNvPicPr>
          <p:nvPr/>
        </p:nvPicPr>
        <p:blipFill>
          <a:blip r:embed="rId4"/>
          <a:stretch>
            <a:fillRect/>
          </a:stretch>
        </p:blipFill>
        <p:spPr>
          <a:xfrm>
            <a:off x="1143000" y="1481328"/>
            <a:ext cx="7086600" cy="2697480"/>
          </a:xfrm>
          <a:prstGeom prst="rect">
            <a:avLst/>
          </a:prstGeom>
        </p:spPr>
      </p:pic>
      <p:sp>
        <p:nvSpPr>
          <p:cNvPr id="150" name="Rectangle 149"/>
          <p:cNvSpPr/>
          <p:nvPr/>
        </p:nvSpPr>
        <p:spPr>
          <a:xfrm>
            <a:off x="365760" y="4759452"/>
            <a:ext cx="8412480" cy="19050"/>
          </a:xfrm>
          <a:prstGeom prst="rect">
            <a:avLst/>
          </a:prstGeom>
          <a:solidFill>
            <a:srgbClr val="F2F6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1" name="Rectangle 150"/>
          <p:cNvSpPr/>
          <p:nvPr/>
        </p:nvSpPr>
        <p:spPr>
          <a:xfrm>
            <a:off x="0" y="4759452"/>
            <a:ext cx="9144000" cy="384048"/>
          </a:xfrm>
          <a:prstGeom prst="rect">
            <a:avLst/>
          </a:prstGeom>
          <a:solidFill>
            <a:srgbClr val="7DB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4" name="Rectangle 153"/>
          <p:cNvSpPr/>
          <p:nvPr/>
        </p:nvSpPr>
        <p:spPr>
          <a:xfrm>
            <a:off x="521207" y="941832"/>
            <a:ext cx="868680" cy="38100"/>
          </a:xfrm>
          <a:prstGeom prst="rect">
            <a:avLst/>
          </a:prstGeom>
          <a:solidFill>
            <a:srgbClr val="5B9D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9" name="Google Shape;149;p27">
            <a:extLst>
              <a:ext uri="{FF2B5EF4-FFF2-40B4-BE49-F238E27FC236}">
                <a16:creationId xmlns:a16="http://schemas.microsoft.com/office/drawing/2014/main" id="{7F0690B2-3041-E8A0-DAC4-8A4B593E4499}"/>
              </a:ext>
            </a:extLst>
          </p:cNvPr>
          <p:cNvSpPr txBox="1">
            <a:spLocks noGrp="1"/>
          </p:cNvSpPr>
          <p:nvPr>
            <p:ph type="title" idx="4294967295"/>
          </p:nvPr>
        </p:nvSpPr>
        <p:spPr>
          <a:xfrm>
            <a:off x="388399" y="382349"/>
            <a:ext cx="8458057" cy="566928"/>
          </a:xfrm>
          <a:prstGeom prst="rect">
            <a:avLst/>
          </a:prstGeom>
        </p:spPr>
        <p:txBody>
          <a:bodyPr spcFirstLastPara="1" wrap="square" lIns="0" tIns="0" rIns="0" bIns="0" anchor="t" anchorCtr="0">
            <a:noAutofit/>
          </a:bodyPr>
          <a:lstStyle/>
          <a:p>
            <a:pPr algn="l"/>
            <a:r>
              <a:rPr sz="1750" b="1">
                <a:solidFill>
                  <a:srgbClr val="273039"/>
                </a:solidFill>
                <a:latin typeface="Arial"/>
              </a:rPr>
              <a:t>Falls per 100 residents</a:t>
            </a:r>
            <a:endParaRPr sz="2000" b="1" dirty="0"/>
          </a:p>
        </p:txBody>
      </p:sp>
      <p:sp>
        <p:nvSpPr>
          <p:cNvPr id="152" name="TextBox 151"/>
          <p:cNvSpPr txBox="1"/>
          <p:nvPr/>
        </p:nvSpPr>
        <p:spPr>
          <a:xfrm>
            <a:off x="320040" y="4823460"/>
            <a:ext cx="3840480" cy="164592"/>
          </a:xfrm>
          <a:prstGeom prst="rect">
            <a:avLst/>
          </a:prstGeom>
          <a:noFill/>
        </p:spPr>
        <p:txBody>
          <a:bodyPr wrap="none">
            <a:spAutoFit/>
          </a:bodyPr>
          <a:lstStyle/>
          <a:p>
            <a:pPr algn="l"/>
            <a:r>
              <a:rPr sz="850" b="0">
                <a:solidFill>
                  <a:srgbClr val="FFFFFF"/>
                </a:solidFill>
                <a:latin typeface="Arial"/>
              </a:rPr>
              <a:t>© 2026 The DOMAS Group LLC. All rights reserved.</a:t>
            </a:r>
          </a:p>
        </p:txBody>
      </p:sp>
      <p:sp>
        <p:nvSpPr>
          <p:cNvPr id="153" name="TextBox 152"/>
          <p:cNvSpPr txBox="1"/>
          <p:nvPr/>
        </p:nvSpPr>
        <p:spPr>
          <a:xfrm>
            <a:off x="6629400" y="4814316"/>
            <a:ext cx="2194560" cy="201168"/>
          </a:xfrm>
          <a:prstGeom prst="rect">
            <a:avLst/>
          </a:prstGeom>
          <a:noFill/>
        </p:spPr>
        <p:txBody>
          <a:bodyPr wrap="none">
            <a:spAutoFit/>
          </a:bodyPr>
          <a:lstStyle/>
          <a:p>
            <a:pPr algn="r"/>
            <a:r>
              <a:rPr sz="850" b="0">
                <a:solidFill>
                  <a:srgbClr val="FFFFFF"/>
                </a:solidFill>
                <a:latin typeface="Arial"/>
              </a:rPr>
              <a:t>Anonymized portfolio case study</a:t>
            </a:r>
          </a:p>
        </p:txBody>
      </p:sp>
      <p:sp>
        <p:nvSpPr>
          <p:cNvPr id="155" name="TextBox 154"/>
          <p:cNvSpPr txBox="1"/>
          <p:nvPr/>
        </p:nvSpPr>
        <p:spPr>
          <a:xfrm>
            <a:off x="502920" y="1078992"/>
            <a:ext cx="7726679" cy="502920"/>
          </a:xfrm>
          <a:prstGeom prst="rect">
            <a:avLst/>
          </a:prstGeom>
          <a:noFill/>
        </p:spPr>
        <p:txBody>
          <a:bodyPr wrap="square" lIns="0" tIns="0" rIns="0" bIns="0">
            <a:spAutoFit/>
          </a:bodyPr>
          <a:lstStyle/>
          <a:p>
            <a:pPr algn="l"/>
            <a:r>
              <a:rPr sz="1330">
                <a:solidFill>
                  <a:srgbClr val="1E1E1E"/>
                </a:solidFill>
                <a:latin typeface="Arial"/>
              </a:rPr>
              <a:t>Incidents per 100 residents increased in some communities, while most remained relatively stable or decreased.</a:t>
            </a:r>
          </a:p>
        </p:txBody>
      </p:sp>
      <p:sp>
        <p:nvSpPr>
          <p:cNvPr id="157" name="Rounded Rectangle 156"/>
          <p:cNvSpPr/>
          <p:nvPr/>
        </p:nvSpPr>
        <p:spPr>
          <a:xfrm>
            <a:off x="5029200" y="1591056"/>
            <a:ext cx="3017520" cy="228600"/>
          </a:xfrm>
          <a:prstGeom prst="roundRect">
            <a:avLst/>
          </a:prstGeom>
          <a:solidFill>
            <a:srgbClr val="F2F8F6"/>
          </a:solidFill>
          <a:ln>
            <a:solidFill>
              <a:srgbClr val="B7D6C9"/>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850" b="1">
                <a:solidFill>
                  <a:srgbClr val="0B2D5C"/>
                </a:solidFill>
                <a:latin typeface="Times New Roman"/>
              </a:rPr>
              <a:t>Sanitized visual: labels and values redacted</a:t>
            </a:r>
          </a:p>
        </p:txBody>
      </p:sp>
    </p:spTree>
    <p:extLst>
      <p:ext uri="{BB962C8B-B14F-4D97-AF65-F5344CB8AC3E}">
        <p14:creationId xmlns:p14="http://schemas.microsoft.com/office/powerpoint/2010/main" val="419699820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48">
          <a:extLst>
            <a:ext uri="{FF2B5EF4-FFF2-40B4-BE49-F238E27FC236}">
              <a16:creationId xmlns:a16="http://schemas.microsoft.com/office/drawing/2014/main" id="{AD573878-3539-B95D-C5D5-26A724D4D722}"/>
            </a:ext>
          </a:extLst>
        </p:cNvPr>
        <p:cNvGrpSpPr/>
        <p:nvPr/>
      </p:nvGrpSpPr>
      <p:grpSpPr>
        <a:xfrm>
          <a:off x="0" y="0"/>
          <a:ext cx="0" cy="0"/>
          <a:chOff x="0" y="0"/>
          <a:chExt cx="0" cy="0"/>
        </a:xfrm>
      </p:grpSpPr>
      <p:pic>
        <p:nvPicPr>
          <p:cNvPr id="156" name="Picture 155" descr="image.png"/>
          <p:cNvPicPr>
            <a:picLocks noChangeAspect="1"/>
          </p:cNvPicPr>
          <p:nvPr/>
        </p:nvPicPr>
        <p:blipFill>
          <a:blip r:embed="rId4"/>
          <a:stretch>
            <a:fillRect/>
          </a:stretch>
        </p:blipFill>
        <p:spPr>
          <a:xfrm>
            <a:off x="1143000" y="1481328"/>
            <a:ext cx="7086600" cy="2697480"/>
          </a:xfrm>
          <a:prstGeom prst="rect">
            <a:avLst/>
          </a:prstGeom>
        </p:spPr>
      </p:pic>
      <p:sp>
        <p:nvSpPr>
          <p:cNvPr id="150" name="Rectangle 149"/>
          <p:cNvSpPr/>
          <p:nvPr/>
        </p:nvSpPr>
        <p:spPr>
          <a:xfrm>
            <a:off x="365760" y="4759452"/>
            <a:ext cx="8412480" cy="19050"/>
          </a:xfrm>
          <a:prstGeom prst="rect">
            <a:avLst/>
          </a:prstGeom>
          <a:solidFill>
            <a:srgbClr val="F2F6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1" name="Rectangle 150"/>
          <p:cNvSpPr/>
          <p:nvPr/>
        </p:nvSpPr>
        <p:spPr>
          <a:xfrm>
            <a:off x="0" y="4759452"/>
            <a:ext cx="9144000" cy="384048"/>
          </a:xfrm>
          <a:prstGeom prst="rect">
            <a:avLst/>
          </a:prstGeom>
          <a:solidFill>
            <a:srgbClr val="7DB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4" name="Rectangle 153"/>
          <p:cNvSpPr/>
          <p:nvPr/>
        </p:nvSpPr>
        <p:spPr>
          <a:xfrm>
            <a:off x="521207" y="941832"/>
            <a:ext cx="868680" cy="38100"/>
          </a:xfrm>
          <a:prstGeom prst="rect">
            <a:avLst/>
          </a:prstGeom>
          <a:solidFill>
            <a:srgbClr val="5B9D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9" name="Google Shape;149;p27">
            <a:extLst>
              <a:ext uri="{FF2B5EF4-FFF2-40B4-BE49-F238E27FC236}">
                <a16:creationId xmlns:a16="http://schemas.microsoft.com/office/drawing/2014/main" id="{C8ACE119-3B7E-7379-C28A-2F2EE1C31410}"/>
              </a:ext>
            </a:extLst>
          </p:cNvPr>
          <p:cNvSpPr txBox="1">
            <a:spLocks noGrp="1"/>
          </p:cNvSpPr>
          <p:nvPr>
            <p:ph type="title" idx="4294967295"/>
          </p:nvPr>
        </p:nvSpPr>
        <p:spPr>
          <a:xfrm>
            <a:off x="388399" y="382349"/>
            <a:ext cx="8458057" cy="566928"/>
          </a:xfrm>
          <a:prstGeom prst="rect">
            <a:avLst/>
          </a:prstGeom>
        </p:spPr>
        <p:txBody>
          <a:bodyPr spcFirstLastPara="1" wrap="square" lIns="0" tIns="0" rIns="0" bIns="0" anchor="t" anchorCtr="0">
            <a:noAutofit/>
          </a:bodyPr>
          <a:lstStyle/>
          <a:p>
            <a:pPr algn="l"/>
            <a:r>
              <a:rPr sz="1750" b="1">
                <a:solidFill>
                  <a:srgbClr val="273039"/>
                </a:solidFill>
                <a:latin typeface="Arial"/>
              </a:rPr>
              <a:t>Median days between falls</a:t>
            </a:r>
            <a:endParaRPr sz="2000" b="1" dirty="0"/>
          </a:p>
        </p:txBody>
      </p:sp>
      <p:sp>
        <p:nvSpPr>
          <p:cNvPr id="152" name="TextBox 151"/>
          <p:cNvSpPr txBox="1"/>
          <p:nvPr/>
        </p:nvSpPr>
        <p:spPr>
          <a:xfrm>
            <a:off x="320040" y="4823460"/>
            <a:ext cx="3840480" cy="164592"/>
          </a:xfrm>
          <a:prstGeom prst="rect">
            <a:avLst/>
          </a:prstGeom>
          <a:noFill/>
        </p:spPr>
        <p:txBody>
          <a:bodyPr wrap="none">
            <a:spAutoFit/>
          </a:bodyPr>
          <a:lstStyle/>
          <a:p>
            <a:pPr algn="l"/>
            <a:r>
              <a:rPr sz="850" b="0">
                <a:solidFill>
                  <a:srgbClr val="FFFFFF"/>
                </a:solidFill>
                <a:latin typeface="Arial"/>
              </a:rPr>
              <a:t>© 2026 The DOMAS Group LLC. All rights reserved.</a:t>
            </a:r>
          </a:p>
        </p:txBody>
      </p:sp>
      <p:sp>
        <p:nvSpPr>
          <p:cNvPr id="153" name="TextBox 152"/>
          <p:cNvSpPr txBox="1"/>
          <p:nvPr/>
        </p:nvSpPr>
        <p:spPr>
          <a:xfrm>
            <a:off x="6629400" y="4814316"/>
            <a:ext cx="2194560" cy="201168"/>
          </a:xfrm>
          <a:prstGeom prst="rect">
            <a:avLst/>
          </a:prstGeom>
          <a:noFill/>
        </p:spPr>
        <p:txBody>
          <a:bodyPr wrap="none">
            <a:spAutoFit/>
          </a:bodyPr>
          <a:lstStyle/>
          <a:p>
            <a:pPr algn="r"/>
            <a:r>
              <a:rPr sz="850" b="0">
                <a:solidFill>
                  <a:srgbClr val="FFFFFF"/>
                </a:solidFill>
                <a:latin typeface="Arial"/>
              </a:rPr>
              <a:t>Anonymized portfolio case study</a:t>
            </a:r>
          </a:p>
        </p:txBody>
      </p:sp>
      <p:sp>
        <p:nvSpPr>
          <p:cNvPr id="155" name="TextBox 154"/>
          <p:cNvSpPr txBox="1"/>
          <p:nvPr/>
        </p:nvSpPr>
        <p:spPr>
          <a:xfrm>
            <a:off x="502920" y="1078992"/>
            <a:ext cx="7726679" cy="502920"/>
          </a:xfrm>
          <a:prstGeom prst="rect">
            <a:avLst/>
          </a:prstGeom>
          <a:noFill/>
        </p:spPr>
        <p:txBody>
          <a:bodyPr wrap="square" lIns="0" tIns="0" rIns="0" bIns="0">
            <a:spAutoFit/>
          </a:bodyPr>
          <a:lstStyle/>
          <a:p>
            <a:pPr algn="l"/>
            <a:r>
              <a:rPr sz="1330">
                <a:solidFill>
                  <a:srgbClr val="1E1E1E"/>
                </a:solidFill>
                <a:latin typeface="Arial"/>
              </a:rPr>
              <a:t>Median days between incidents increased across most communities, with some showing substantial increases in time between events.</a:t>
            </a:r>
          </a:p>
        </p:txBody>
      </p:sp>
      <p:sp>
        <p:nvSpPr>
          <p:cNvPr id="157" name="Rounded Rectangle 156"/>
          <p:cNvSpPr/>
          <p:nvPr/>
        </p:nvSpPr>
        <p:spPr>
          <a:xfrm>
            <a:off x="5029200" y="1591056"/>
            <a:ext cx="3017520" cy="228600"/>
          </a:xfrm>
          <a:prstGeom prst="roundRect">
            <a:avLst/>
          </a:prstGeom>
          <a:solidFill>
            <a:srgbClr val="F2F8F6"/>
          </a:solidFill>
          <a:ln>
            <a:solidFill>
              <a:srgbClr val="B7D6C9"/>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850" b="1">
                <a:solidFill>
                  <a:srgbClr val="0B2D5C"/>
                </a:solidFill>
                <a:latin typeface="Times New Roman"/>
              </a:rPr>
              <a:t>Sanitized visual: labels and values redacted</a:t>
            </a:r>
          </a:p>
        </p:txBody>
      </p:sp>
    </p:spTree>
    <p:extLst>
      <p:ext uri="{BB962C8B-B14F-4D97-AF65-F5344CB8AC3E}">
        <p14:creationId xmlns:p14="http://schemas.microsoft.com/office/powerpoint/2010/main" val="3722331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48">
          <a:extLst>
            <a:ext uri="{FF2B5EF4-FFF2-40B4-BE49-F238E27FC236}">
              <a16:creationId xmlns:a16="http://schemas.microsoft.com/office/drawing/2014/main" id="{C09FA941-7EF9-F328-332B-438D183B2E7A}"/>
            </a:ext>
          </a:extLst>
        </p:cNvPr>
        <p:cNvGrpSpPr/>
        <p:nvPr/>
      </p:nvGrpSpPr>
      <p:grpSpPr>
        <a:xfrm>
          <a:off x="0" y="0"/>
          <a:ext cx="0" cy="0"/>
          <a:chOff x="0" y="0"/>
          <a:chExt cx="0" cy="0"/>
        </a:xfrm>
      </p:grpSpPr>
      <p:sp>
        <p:nvSpPr>
          <p:cNvPr id="149" name="Google Shape;149;p27">
            <a:extLst>
              <a:ext uri="{FF2B5EF4-FFF2-40B4-BE49-F238E27FC236}">
                <a16:creationId xmlns:a16="http://schemas.microsoft.com/office/drawing/2014/main" id="{6594C593-76A9-5331-CBA9-AB9A18632B9E}"/>
              </a:ext>
            </a:extLst>
          </p:cNvPr>
          <p:cNvSpPr txBox="1">
            <a:spLocks noGrp="1"/>
          </p:cNvSpPr>
          <p:nvPr>
            <p:ph type="title" idx="4294967295"/>
          </p:nvPr>
        </p:nvSpPr>
        <p:spPr>
          <a:xfrm>
            <a:off x="388400" y="382350"/>
            <a:ext cx="8182286" cy="836850"/>
          </a:xfrm>
          <a:prstGeom prst="rect">
            <a:avLst/>
          </a:prstGeom>
        </p:spPr>
        <p:txBody>
          <a:bodyPr spcFirstLastPara="1" wrap="square" lIns="0" tIns="0" rIns="0" bIns="0" anchor="t" anchorCtr="0">
            <a:noAutofit/>
          </a:bodyPr>
          <a:lstStyle/>
          <a:p>
            <a:r>
              <a:rPr sz="1600" b="1">
                <a:solidFill>
                  <a:srgbClr val="222D3A"/>
                </a:solidFill>
                <a:latin typeface="Arial"/>
              </a:rPr>
              <a:t>Recommendations</a:t>
            </a:r>
            <a:endParaRPr dirty="0"/>
          </a:p>
        </p:txBody>
      </p:sp>
      <p:sp>
        <p:nvSpPr>
          <p:cNvPr id="150" name="Google Shape;150;p27">
            <a:extLst>
              <a:ext uri="{FF2B5EF4-FFF2-40B4-BE49-F238E27FC236}">
                <a16:creationId xmlns:a16="http://schemas.microsoft.com/office/drawing/2014/main" id="{C8BD3C6A-77AC-3D9B-311C-594360937DB9}"/>
              </a:ext>
            </a:extLst>
          </p:cNvPr>
          <p:cNvSpPr txBox="1"/>
          <p:nvPr/>
        </p:nvSpPr>
        <p:spPr>
          <a:xfrm>
            <a:off x="388400" y="1219200"/>
            <a:ext cx="8320172" cy="2893069"/>
          </a:xfrm>
          <a:prstGeom prst="rect">
            <a:avLst/>
          </a:prstGeom>
          <a:noFill/>
          <a:ln>
            <a:noFill/>
          </a:ln>
        </p:spPr>
        <p:txBody>
          <a:bodyPr spcFirstLastPara="1" wrap="square" lIns="91425" tIns="91425" rIns="91425" bIns="91425" anchor="t" anchorCtr="0">
            <a:spAutoFit/>
          </a:bodyPr>
          <a:lstStyle/>
          <a:p>
            <a:pPr algn="l"/>
            <a:r>
              <a:rPr sz="1650" b="0">
                <a:solidFill>
                  <a:srgbClr val="000000"/>
                </a:solidFill>
                <a:latin typeface="Times New Roman"/>
              </a:rPr>
              <a:t>For operational follow-up, prioritize communities showing multiple signals across weight-monitoring and incident benchmarks, such as:</a:t>
            </a:r>
          </a:p>
          <a:p>
            <a:pPr algn="l"/>
            <a:r>
              <a:rPr sz="1650" b="0">
                <a:solidFill>
                  <a:srgbClr val="000000"/>
                </a:solidFill>
                <a:latin typeface="Times New Roman"/>
              </a:rPr>
              <a:t/>
            </a:r>
          </a:p>
          <a:p>
            <a:pPr algn="l"/>
            <a:r>
              <a:rPr sz="1650" b="0">
                <a:solidFill>
                  <a:srgbClr val="000000"/>
                </a:solidFill>
                <a:latin typeface="Times New Roman"/>
              </a:rPr>
              <a:t>• High share of residents with at least one weight-change event or fall incident, or high events per 100 residents</a:t>
            </a:r>
          </a:p>
          <a:p>
            <a:pPr algn="l"/>
            <a:r>
              <a:rPr sz="1650" b="0">
                <a:solidFill>
                  <a:srgbClr val="000000"/>
                </a:solidFill>
                <a:latin typeface="Times New Roman"/>
              </a:rPr>
              <a:t>• Median weigh-in intervals greater than 30 days or a high share of residents exceeding the 30-day weigh-in threshold</a:t>
            </a:r>
          </a:p>
          <a:p>
            <a:pPr algn="l"/>
            <a:r>
              <a:rPr sz="1650" b="0">
                <a:solidFill>
                  <a:srgbClr val="000000"/>
                </a:solidFill>
                <a:latin typeface="Times New Roman"/>
              </a:rPr>
              <a:t>• High repeat-fall rates within 30 days or sharp decreases in median days between incidents</a:t>
            </a:r>
          </a:p>
        </p:txBody>
      </p:sp>
      <p:sp>
        <p:nvSpPr>
          <p:cNvPr id="151" name="Rectangle 150"/>
          <p:cNvSpPr/>
          <p:nvPr/>
        </p:nvSpPr>
        <p:spPr>
          <a:xfrm>
            <a:off x="365760" y="4759452"/>
            <a:ext cx="8412480" cy="19050"/>
          </a:xfrm>
          <a:prstGeom prst="rect">
            <a:avLst/>
          </a:prstGeom>
          <a:solidFill>
            <a:srgbClr val="F2F6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2" name="Rectangle 151"/>
          <p:cNvSpPr/>
          <p:nvPr/>
        </p:nvSpPr>
        <p:spPr>
          <a:xfrm>
            <a:off x="0" y="4759452"/>
            <a:ext cx="9144000" cy="384048"/>
          </a:xfrm>
          <a:prstGeom prst="rect">
            <a:avLst/>
          </a:prstGeom>
          <a:solidFill>
            <a:srgbClr val="7DB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3" name="TextBox 152"/>
          <p:cNvSpPr txBox="1"/>
          <p:nvPr/>
        </p:nvSpPr>
        <p:spPr>
          <a:xfrm>
            <a:off x="320040" y="4823460"/>
            <a:ext cx="3840480" cy="164592"/>
          </a:xfrm>
          <a:prstGeom prst="rect">
            <a:avLst/>
          </a:prstGeom>
          <a:noFill/>
        </p:spPr>
        <p:txBody>
          <a:bodyPr wrap="none">
            <a:spAutoFit/>
          </a:bodyPr>
          <a:lstStyle/>
          <a:p>
            <a:pPr algn="l"/>
            <a:r>
              <a:rPr sz="850" b="0">
                <a:solidFill>
                  <a:srgbClr val="FFFFFF"/>
                </a:solidFill>
                <a:latin typeface="Arial"/>
              </a:rPr>
              <a:t>© 2026 The DOMAS Group LLC. All rights reserved.</a:t>
            </a:r>
          </a:p>
        </p:txBody>
      </p:sp>
      <p:sp>
        <p:nvSpPr>
          <p:cNvPr id="154" name="TextBox 153"/>
          <p:cNvSpPr txBox="1"/>
          <p:nvPr/>
        </p:nvSpPr>
        <p:spPr>
          <a:xfrm>
            <a:off x="6629400" y="4814316"/>
            <a:ext cx="2194560" cy="201168"/>
          </a:xfrm>
          <a:prstGeom prst="rect">
            <a:avLst/>
          </a:prstGeom>
          <a:noFill/>
        </p:spPr>
        <p:txBody>
          <a:bodyPr wrap="none">
            <a:spAutoFit/>
          </a:bodyPr>
          <a:lstStyle/>
          <a:p>
            <a:pPr algn="r"/>
            <a:r>
              <a:rPr sz="850" b="0">
                <a:solidFill>
                  <a:srgbClr val="FFFFFF"/>
                </a:solidFill>
                <a:latin typeface="Arial"/>
              </a:rPr>
              <a:t>Anonymized portfolio case study</a:t>
            </a:r>
          </a:p>
        </p:txBody>
      </p:sp>
      <p:sp>
        <p:nvSpPr>
          <p:cNvPr id="155" name="Rectangle 154"/>
          <p:cNvSpPr/>
          <p:nvPr/>
        </p:nvSpPr>
        <p:spPr>
          <a:xfrm>
            <a:off x="521207" y="941832"/>
            <a:ext cx="868680" cy="38100"/>
          </a:xfrm>
          <a:prstGeom prst="rect">
            <a:avLst/>
          </a:prstGeom>
          <a:solidFill>
            <a:srgbClr val="5B9D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extLst>
      <p:ext uri="{BB962C8B-B14F-4D97-AF65-F5344CB8AC3E}">
        <p14:creationId xmlns:p14="http://schemas.microsoft.com/office/powerpoint/2010/main" val="130180194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48">
          <a:extLst>
            <a:ext uri="{FF2B5EF4-FFF2-40B4-BE49-F238E27FC236}">
              <a16:creationId xmlns:a16="http://schemas.microsoft.com/office/drawing/2014/main" id="{DA9DBA7F-C88F-F404-2D4A-CBA1D15F82B9}"/>
            </a:ext>
          </a:extLst>
        </p:cNvPr>
        <p:cNvGrpSpPr/>
        <p:nvPr/>
      </p:nvGrpSpPr>
      <p:grpSpPr>
        <a:xfrm>
          <a:off x="0" y="0"/>
          <a:ext cx="0" cy="0"/>
          <a:chOff x="0" y="0"/>
          <a:chExt cx="0" cy="0"/>
        </a:xfrm>
      </p:grpSpPr>
      <p:sp>
        <p:nvSpPr>
          <p:cNvPr id="149" name="Google Shape;149;p27">
            <a:extLst>
              <a:ext uri="{FF2B5EF4-FFF2-40B4-BE49-F238E27FC236}">
                <a16:creationId xmlns:a16="http://schemas.microsoft.com/office/drawing/2014/main" id="{EB3248CF-0B08-073B-C241-E46B78E57157}"/>
              </a:ext>
            </a:extLst>
          </p:cNvPr>
          <p:cNvSpPr txBox="1">
            <a:spLocks noGrp="1"/>
          </p:cNvSpPr>
          <p:nvPr>
            <p:ph type="title" idx="4294967295"/>
          </p:nvPr>
        </p:nvSpPr>
        <p:spPr>
          <a:xfrm>
            <a:off x="388400" y="382350"/>
            <a:ext cx="8182286" cy="836850"/>
          </a:xfrm>
          <a:prstGeom prst="rect">
            <a:avLst/>
          </a:prstGeom>
        </p:spPr>
        <p:txBody>
          <a:bodyPr spcFirstLastPara="1" wrap="square" lIns="0" tIns="0" rIns="0" bIns="0" anchor="t" anchorCtr="0">
            <a:noAutofit/>
          </a:bodyPr>
          <a:lstStyle/>
          <a:p>
            <a:r>
              <a:rPr sz="1600" b="1">
                <a:solidFill>
                  <a:srgbClr val="222D3A"/>
                </a:solidFill>
                <a:latin typeface="Arial"/>
              </a:rPr>
              <a:t>Additional Hypotheses &amp; Analytic Opportunities</a:t>
            </a:r>
            <a:endParaRPr b="1" dirty="0"/>
          </a:p>
        </p:txBody>
      </p:sp>
      <p:sp>
        <p:nvSpPr>
          <p:cNvPr id="150" name="Google Shape;150;p27">
            <a:extLst>
              <a:ext uri="{FF2B5EF4-FFF2-40B4-BE49-F238E27FC236}">
                <a16:creationId xmlns:a16="http://schemas.microsoft.com/office/drawing/2014/main" id="{4CE198C7-8852-F011-763C-A683894202F8}"/>
              </a:ext>
            </a:extLst>
          </p:cNvPr>
          <p:cNvSpPr txBox="1"/>
          <p:nvPr/>
        </p:nvSpPr>
        <p:spPr>
          <a:xfrm>
            <a:off x="320040" y="796969"/>
            <a:ext cx="8424487" cy="4108787"/>
          </a:xfrm>
          <a:prstGeom prst="rect">
            <a:avLst/>
          </a:prstGeom>
          <a:noFill/>
          <a:ln>
            <a:noFill/>
          </a:ln>
        </p:spPr>
        <p:txBody>
          <a:bodyPr spcFirstLastPara="1" wrap="square" lIns="91425" tIns="91425" rIns="91425" bIns="91425" anchor="t" anchorCtr="0">
            <a:spAutoFit/>
          </a:bodyPr>
          <a:lstStyle/>
          <a:p>
            <a:r>
              <a:rPr lang="en-US" sz="1300" b="1" i="1" dirty="0">
                <a:solidFill>
                  <a:srgbClr val="222D3A"/>
                </a:solidFill>
                <a:latin typeface="Times New Roman" pitchFamily="2" charset="0"/>
              </a:rPr>
              <a:t>1. Hypothesis: Communities that weigh residents or document incidents less frequently may appear “stable” simply because events aren’t recorded.</a:t>
            </a:r>
          </a:p>
          <a:p>
            <a:r>
              <a:rPr lang="en-US" sz="1300" i="1" dirty="0">
                <a:solidFill>
                  <a:srgbClr val="222D3A"/>
                </a:solidFill>
                <a:latin typeface="Times New Roman" pitchFamily="2" charset="0"/>
              </a:rPr>
              <a:t>Confirm the true resident denominator per quarter to assess missingness, under-reporting, and census-driven distortion of event rates.</a:t>
            </a:r>
          </a:p>
          <a:p>
            <a:endParaRPr lang="en-US" sz="1300" i="1" dirty="0">
              <a:latin typeface="Lora" pitchFamily="2" charset="0"/>
            </a:endParaRPr>
          </a:p>
          <a:p>
            <a:r>
              <a:rPr lang="en-US" sz="1300" b="1" i="1" dirty="0">
                <a:solidFill>
                  <a:srgbClr val="222D3A"/>
                </a:solidFill>
                <a:latin typeface="Times New Roman" pitchFamily="2" charset="0"/>
              </a:rPr>
              <a:t>2. Hypothesis: Communities with inconsistent weigh-in patterns may also show higher fall rates or shorter intervals between incidents.</a:t>
            </a:r>
          </a:p>
          <a:p>
            <a:r>
              <a:rPr lang="en-US" sz="1300" i="1" dirty="0">
                <a:solidFill>
                  <a:srgbClr val="222D3A"/>
                </a:solidFill>
                <a:latin typeface="Times New Roman" pitchFamily="2" charset="0"/>
              </a:rPr>
              <a:t>Assess communities with unusually low measurement frequency as potential under-detectors rather than low-risk sites.</a:t>
            </a:r>
          </a:p>
          <a:p>
            <a:endParaRPr lang="en-US" sz="1300" i="1" dirty="0">
              <a:latin typeface="Lora" pitchFamily="2" charset="0"/>
            </a:endParaRPr>
          </a:p>
          <a:p>
            <a:r>
              <a:rPr lang="en-US" sz="1300" b="1" i="1" dirty="0">
                <a:solidFill>
                  <a:srgbClr val="222D3A"/>
                </a:solidFill>
                <a:latin typeface="Times New Roman" pitchFamily="2" charset="0"/>
              </a:rPr>
              <a:t>3. Hypothesis: Spikes in events may align with specific operational changes, staffing patterns, or seasonal/holiday periods.</a:t>
            </a:r>
            <a:br>
              <a:rPr lang="en-US" sz="1300" b="1" i="1" dirty="0">
                <a:latin typeface="Lora" pitchFamily="2" charset="0"/>
              </a:rPr>
            </a:br>
            <a:r>
              <a:rPr lang="en-US" sz="1300" i="1" dirty="0">
                <a:solidFill>
                  <a:srgbClr val="222D3A"/>
                </a:solidFill>
                <a:latin typeface="Times New Roman" pitchFamily="2" charset="0"/>
              </a:rPr>
              <a:t>Analyze whether spikes in incidents or weight events align with staffing changes, new processes, or seasonal factors.</a:t>
            </a:r>
          </a:p>
          <a:p>
            <a:endParaRPr lang="en-US" sz="1300" i="1" dirty="0">
              <a:latin typeface="Lora" pitchFamily="2" charset="0"/>
            </a:endParaRPr>
          </a:p>
          <a:p>
            <a:r>
              <a:rPr lang="en-US" sz="1300" b="1" i="1" dirty="0">
                <a:solidFill>
                  <a:srgbClr val="222D3A"/>
                </a:solidFill>
                <a:latin typeface="Times New Roman" pitchFamily="2" charset="0"/>
              </a:rPr>
              <a:t>4. Hypothesis: Weight changes and fall risk vary by BMI range, hydration status, diagnoses, or acuity scores rather than operational issues.</a:t>
            </a:r>
          </a:p>
          <a:p>
            <a:r>
              <a:rPr lang="en-US" sz="1300" i="1" dirty="0">
                <a:solidFill>
                  <a:srgbClr val="222D3A"/>
                </a:solidFill>
                <a:latin typeface="Times New Roman" pitchFamily="2" charset="0"/>
              </a:rPr>
              <a:t>Incorporate height/BMI, hydration-related flags, diagnoses, or acuity indicators to test whether variation reflects case-mix rather than operational inconsistency.</a:t>
            </a:r>
          </a:p>
        </p:txBody>
      </p:sp>
      <p:sp>
        <p:nvSpPr>
          <p:cNvPr id="151" name="Rectangle 150"/>
          <p:cNvSpPr/>
          <p:nvPr/>
        </p:nvSpPr>
        <p:spPr>
          <a:xfrm>
            <a:off x="365760" y="4759452"/>
            <a:ext cx="8412480" cy="19050"/>
          </a:xfrm>
          <a:prstGeom prst="rect">
            <a:avLst/>
          </a:prstGeom>
          <a:solidFill>
            <a:srgbClr val="F2F6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2" name="Rectangle 151"/>
          <p:cNvSpPr/>
          <p:nvPr/>
        </p:nvSpPr>
        <p:spPr>
          <a:xfrm>
            <a:off x="0" y="4759452"/>
            <a:ext cx="9144000" cy="384048"/>
          </a:xfrm>
          <a:prstGeom prst="rect">
            <a:avLst/>
          </a:prstGeom>
          <a:solidFill>
            <a:srgbClr val="7DB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3" name="TextBox 152"/>
          <p:cNvSpPr txBox="1"/>
          <p:nvPr/>
        </p:nvSpPr>
        <p:spPr>
          <a:xfrm>
            <a:off x="320040" y="4823460"/>
            <a:ext cx="3840480" cy="164592"/>
          </a:xfrm>
          <a:prstGeom prst="rect">
            <a:avLst/>
          </a:prstGeom>
          <a:noFill/>
        </p:spPr>
        <p:txBody>
          <a:bodyPr wrap="none">
            <a:spAutoFit/>
          </a:bodyPr>
          <a:lstStyle/>
          <a:p>
            <a:pPr algn="l"/>
            <a:r>
              <a:rPr sz="850" b="0">
                <a:solidFill>
                  <a:srgbClr val="FFFFFF"/>
                </a:solidFill>
                <a:latin typeface="Arial"/>
              </a:rPr>
              <a:t>© 2026 The DOMAS Group LLC. All rights reserved.</a:t>
            </a:r>
          </a:p>
        </p:txBody>
      </p:sp>
      <p:sp>
        <p:nvSpPr>
          <p:cNvPr id="154" name="TextBox 153"/>
          <p:cNvSpPr txBox="1"/>
          <p:nvPr/>
        </p:nvSpPr>
        <p:spPr>
          <a:xfrm>
            <a:off x="6629400" y="4814316"/>
            <a:ext cx="2194560" cy="201168"/>
          </a:xfrm>
          <a:prstGeom prst="rect">
            <a:avLst/>
          </a:prstGeom>
          <a:noFill/>
        </p:spPr>
        <p:txBody>
          <a:bodyPr wrap="none">
            <a:spAutoFit/>
          </a:bodyPr>
          <a:lstStyle/>
          <a:p>
            <a:pPr algn="r"/>
            <a:r>
              <a:rPr sz="850" b="0">
                <a:solidFill>
                  <a:srgbClr val="FFFFFF"/>
                </a:solidFill>
                <a:latin typeface="Arial"/>
              </a:rPr>
              <a:t>Anonymized portfolio case study</a:t>
            </a:r>
          </a:p>
        </p:txBody>
      </p:sp>
    </p:spTree>
    <p:extLst>
      <p:ext uri="{BB962C8B-B14F-4D97-AF65-F5344CB8AC3E}">
        <p14:creationId xmlns:p14="http://schemas.microsoft.com/office/powerpoint/2010/main" val="330468197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91">
          <a:extLst>
            <a:ext uri="{FF2B5EF4-FFF2-40B4-BE49-F238E27FC236}">
              <a16:creationId xmlns:a16="http://schemas.microsoft.com/office/drawing/2014/main" id="{49F052C8-3917-6D4C-921D-4427273F8C5F}"/>
            </a:ext>
          </a:extLst>
        </p:cNvPr>
        <p:cNvGrpSpPr/>
        <p:nvPr/>
      </p:nvGrpSpPr>
      <p:grpSpPr>
        <a:xfrm>
          <a:off x="0" y="0"/>
          <a:ext cx="0" cy="0"/>
          <a:chOff x="0" y="0"/>
          <a:chExt cx="0" cy="0"/>
        </a:xfrm>
      </p:grpSpPr>
      <p:sp>
        <p:nvSpPr>
          <p:cNvPr id="2" name="Rectangle 1"/>
          <p:cNvSpPr/>
          <p:nvPr/>
        </p:nvSpPr>
        <p:spPr>
          <a:xfrm>
            <a:off x="0" y="0"/>
            <a:ext cx="9144000" cy="51435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384048" cy="5143500"/>
          </a:xfrm>
          <a:prstGeom prst="rect">
            <a:avLst/>
          </a:prstGeom>
          <a:solidFill>
            <a:srgbClr val="7DB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ounded Rectangle 3"/>
          <p:cNvSpPr/>
          <p:nvPr/>
        </p:nvSpPr>
        <p:spPr>
          <a:xfrm>
            <a:off x="713232" y="658368"/>
            <a:ext cx="7315200" cy="3977639"/>
          </a:xfrm>
          <a:prstGeom prst="roundRect">
            <a:avLst/>
          </a:prstGeom>
          <a:solidFill>
            <a:srgbClr val="EBF6F1"/>
          </a:solidFill>
          <a:ln>
            <a:solidFill>
              <a:srgbClr val="EBF6F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960120" y="4050791"/>
            <a:ext cx="3840480" cy="201168"/>
          </a:xfrm>
          <a:prstGeom prst="rect">
            <a:avLst/>
          </a:prstGeom>
          <a:noFill/>
        </p:spPr>
        <p:txBody>
          <a:bodyPr wrap="none" lIns="0" tIns="0" rIns="0" bIns="0">
            <a:spAutoFit/>
          </a:bodyPr>
          <a:lstStyle/>
          <a:p>
            <a:pPr algn="l"/>
            <a:r>
              <a:rPr sz="1000" b="1" dirty="0">
                <a:solidFill>
                  <a:srgbClr val="5B9D83"/>
                </a:solidFill>
                <a:latin typeface="Arial"/>
              </a:rPr>
              <a:t>THE DOMAS GROUP LLC</a:t>
            </a:r>
          </a:p>
        </p:txBody>
      </p:sp>
      <p:sp>
        <p:nvSpPr>
          <p:cNvPr id="7" name="TextBox 6"/>
          <p:cNvSpPr txBox="1"/>
          <p:nvPr/>
        </p:nvSpPr>
        <p:spPr>
          <a:xfrm>
            <a:off x="960120" y="1444752"/>
            <a:ext cx="6537960" cy="841248"/>
          </a:xfrm>
          <a:prstGeom prst="rect">
            <a:avLst/>
          </a:prstGeom>
          <a:noFill/>
        </p:spPr>
        <p:txBody>
          <a:bodyPr wrap="none" lIns="0" tIns="0" rIns="0" bIns="0">
            <a:spAutoFit/>
          </a:bodyPr>
          <a:lstStyle/>
          <a:p>
            <a:pPr algn="l"/>
            <a:r>
              <a:rPr sz="2050" b="1">
                <a:solidFill>
                  <a:srgbClr val="273039"/>
                </a:solidFill>
                <a:latin typeface="Arial"/>
              </a:rPr>
              <a:t>Ready to turn recurring reporting friction into a decision-ready data system?</a:t>
            </a:r>
            <a:endParaRPr lang="en-US" sz="2200" b="1" dirty="0">
              <a:solidFill>
                <a:srgbClr val="222D3A"/>
              </a:solidFill>
              <a:latin typeface="Aptos"/>
            </a:endParaRPr>
          </a:p>
        </p:txBody>
      </p:sp>
      <p:sp>
        <p:nvSpPr>
          <p:cNvPr id="9" name="TextBox 8"/>
          <p:cNvSpPr txBox="1"/>
          <p:nvPr/>
        </p:nvSpPr>
        <p:spPr>
          <a:xfrm>
            <a:off x="960120" y="2578608"/>
            <a:ext cx="6355080" cy="621792"/>
          </a:xfrm>
          <a:prstGeom prst="rect">
            <a:avLst/>
          </a:prstGeom>
          <a:noFill/>
        </p:spPr>
        <p:txBody>
          <a:bodyPr wrap="none" lIns="0" tIns="0" rIns="0" bIns="0">
            <a:spAutoFit/>
          </a:bodyPr>
          <a:lstStyle/>
          <a:p>
            <a:pPr algn="l"/>
            <a:r>
              <a:rPr sz="1280">
                <a:solidFill>
                  <a:srgbClr val="273039"/>
                </a:solidFill>
                <a:latin typeface="Arial"/>
              </a:rPr>
              <a:t>DOMAS helps teams clarify data rules, validation logic, workflows, and reporting so decisions are easier to trust and repeat.</a:t>
            </a:r>
            <a:endParaRPr lang="en-US" sz="1320" b="0" dirty="0">
              <a:solidFill>
                <a:srgbClr val="222D3A"/>
              </a:solidFill>
              <a:latin typeface="Aptos"/>
            </a:endParaRPr>
          </a:p>
        </p:txBody>
      </p:sp>
      <p:sp>
        <p:nvSpPr>
          <p:cNvPr id="10" name="TextBox 9"/>
          <p:cNvSpPr txBox="1"/>
          <p:nvPr/>
        </p:nvSpPr>
        <p:spPr>
          <a:xfrm>
            <a:off x="960120" y="3383280"/>
            <a:ext cx="5669280" cy="274320"/>
          </a:xfrm>
          <a:prstGeom prst="rect">
            <a:avLst/>
          </a:prstGeom>
          <a:noFill/>
        </p:spPr>
        <p:txBody>
          <a:bodyPr wrap="none" lIns="0" tIns="0" rIns="0" bIns="0">
            <a:spAutoFit/>
          </a:bodyPr>
          <a:lstStyle/>
          <a:p>
            <a:pPr algn="l"/>
            <a:r>
              <a:rPr sz="1180" b="1">
                <a:solidFill>
                  <a:srgbClr val="5CA389"/>
                </a:solidFill>
                <a:latin typeface="Arial"/>
              </a:rPr>
              <a:t>Explore data workflow and decision-support services:</a:t>
            </a:r>
          </a:p>
        </p:txBody>
      </p:sp>
      <p:sp>
        <p:nvSpPr>
          <p:cNvPr id="11" name="TextBox 10"/>
          <p:cNvSpPr txBox="1"/>
          <p:nvPr/>
        </p:nvSpPr>
        <p:spPr>
          <a:xfrm>
            <a:off x="960120" y="3685032"/>
            <a:ext cx="4572000" cy="256032"/>
          </a:xfrm>
          <a:prstGeom prst="rect">
            <a:avLst/>
          </a:prstGeom>
          <a:noFill/>
        </p:spPr>
        <p:txBody>
          <a:bodyPr wrap="none" lIns="0" tIns="0" rIns="0" bIns="0">
            <a:spAutoFit/>
          </a:bodyPr>
          <a:lstStyle/>
          <a:p>
            <a:pPr algn="l"/>
            <a:r>
              <a:rPr sz="1280" b="1">
                <a:solidFill>
                  <a:srgbClr val="1E1E1E"/>
                </a:solidFill>
                <a:latin typeface="Arial"/>
              </a:rPr>
              <a:t>datasystems.thedomasgroup.com</a:t>
            </a:r>
          </a:p>
        </p:txBody>
      </p:sp>
      <p:sp>
        <p:nvSpPr>
          <p:cNvPr id="12" name="TextBox 11"/>
          <p:cNvSpPr txBox="1"/>
          <p:nvPr/>
        </p:nvSpPr>
        <p:spPr>
          <a:xfrm>
            <a:off x="960120" y="4224528"/>
            <a:ext cx="3840480" cy="182880"/>
          </a:xfrm>
          <a:prstGeom prst="rect">
            <a:avLst/>
          </a:prstGeom>
          <a:noFill/>
        </p:spPr>
        <p:txBody>
          <a:bodyPr wrap="none" lIns="0" tIns="0" rIns="0" bIns="0">
            <a:spAutoFit/>
          </a:bodyPr>
          <a:lstStyle/>
          <a:p>
            <a:pPr algn="l"/>
            <a:r>
              <a:rPr sz="1050" b="0" dirty="0">
                <a:solidFill>
                  <a:srgbClr val="626B75"/>
                </a:solidFill>
                <a:latin typeface="Arial"/>
              </a:rPr>
              <a:t>Meagan Foster, MPS · Founder</a:t>
            </a:r>
          </a:p>
        </p:txBody>
      </p:sp>
      <p:sp>
        <p:nvSpPr>
          <p:cNvPr id="13" name="Rectangle 12"/>
          <p:cNvSpPr/>
          <p:nvPr/>
        </p:nvSpPr>
        <p:spPr>
          <a:xfrm>
            <a:off x="0" y="4759452"/>
            <a:ext cx="9144000" cy="384048"/>
          </a:xfrm>
          <a:prstGeom prst="rect">
            <a:avLst/>
          </a:prstGeom>
          <a:solidFill>
            <a:srgbClr val="7DB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320040" y="4823460"/>
            <a:ext cx="3840480" cy="164592"/>
          </a:xfrm>
          <a:prstGeom prst="rect">
            <a:avLst/>
          </a:prstGeom>
          <a:noFill/>
        </p:spPr>
        <p:txBody>
          <a:bodyPr wrap="none" lIns="0" tIns="0" rIns="0" bIns="0">
            <a:spAutoFit/>
          </a:bodyPr>
          <a:lstStyle/>
          <a:p>
            <a:pPr algn="l"/>
            <a:r>
              <a:rPr sz="850" b="0">
                <a:solidFill>
                  <a:srgbClr val="FFFFFF"/>
                </a:solidFill>
                <a:latin typeface="Arial"/>
              </a:rPr>
              <a:t>© 2026 The DOMAS Group LLC. All rights reserved.</a:t>
            </a:r>
          </a:p>
        </p:txBody>
      </p:sp>
      <p:sp>
        <p:nvSpPr>
          <p:cNvPr id="15" name="TextBox 14"/>
          <p:cNvSpPr txBox="1"/>
          <p:nvPr/>
        </p:nvSpPr>
        <p:spPr>
          <a:xfrm>
            <a:off x="6629400" y="4814316"/>
            <a:ext cx="2194560" cy="201168"/>
          </a:xfrm>
          <a:prstGeom prst="rect">
            <a:avLst/>
          </a:prstGeom>
          <a:noFill/>
        </p:spPr>
        <p:txBody>
          <a:bodyPr wrap="none" lIns="0" tIns="0" rIns="0" bIns="0">
            <a:spAutoFit/>
          </a:bodyPr>
          <a:lstStyle/>
          <a:p>
            <a:pPr algn="r"/>
            <a:r>
              <a:rPr sz="850" b="0">
                <a:solidFill>
                  <a:srgbClr val="FFFFFF"/>
                </a:solidFill>
                <a:latin typeface="Arial"/>
              </a:rPr>
              <a:t>Anonymized portfolio case study</a:t>
            </a:r>
          </a:p>
        </p:txBody>
      </p:sp>
      <p:pic>
        <p:nvPicPr>
          <p:cNvPr id="17" name="Picture 16" descr="domas_logo_transparent.png">
            <a:extLst>
              <a:ext uri="{FF2B5EF4-FFF2-40B4-BE49-F238E27FC236}">
                <a16:creationId xmlns:a16="http://schemas.microsoft.com/office/drawing/2014/main" id="{F0F7AFAF-5487-CC30-D02B-02779D8A185C}"/>
              </a:ext>
            </a:extLst>
          </p:cNvPr>
          <p:cNvPicPr>
            <a:picLocks noChangeAspect="1"/>
          </p:cNvPicPr>
          <p:nvPr/>
        </p:nvPicPr>
        <p:blipFill>
          <a:blip r:embed="rId3"/>
          <a:stretch>
            <a:fillRect/>
          </a:stretch>
        </p:blipFill>
        <p:spPr>
          <a:xfrm>
            <a:off x="8359185" y="128015"/>
            <a:ext cx="643083" cy="643083"/>
          </a:xfrm>
          <a:prstGeom prst="rect">
            <a:avLst/>
          </a:prstGeom>
        </p:spPr>
      </p:pic>
    </p:spTree>
    <p:extLst>
      <p:ext uri="{BB962C8B-B14F-4D97-AF65-F5344CB8AC3E}">
        <p14:creationId xmlns:p14="http://schemas.microsoft.com/office/powerpoint/2010/main" val="3520021656"/>
      </p:ext>
    </p:extLst>
  </p:cSld>
  <p:clrMapOvr>
    <a:masterClrMapping/>
  </p:clrMapOvr>
</p:sld>
</file>

<file path=ppt/theme/theme1.xml><?xml version="1.0" encoding="utf-8"?>
<a:theme xmlns:a="http://schemas.openxmlformats.org/drawingml/2006/main" name="Portfolio Case Study">
  <a:themeElements>
    <a:clrScheme name="Simple Light">
      <a:dk1>
        <a:srgbClr val="141414"/>
      </a:dk1>
      <a:lt1>
        <a:srgbClr val="FFFFFF"/>
      </a:lt1>
      <a:dk2>
        <a:srgbClr val="595959"/>
      </a:dk2>
      <a:lt2>
        <a:srgbClr val="FDFAF5"/>
      </a:lt2>
      <a:accent1>
        <a:srgbClr val="4865FF"/>
      </a:accent1>
      <a:accent2>
        <a:srgbClr val="328A3B"/>
      </a:accent2>
      <a:accent3>
        <a:srgbClr val="F098D7"/>
      </a:accent3>
      <a:accent4>
        <a:srgbClr val="FF6D39"/>
      </a:accent4>
      <a:accent5>
        <a:srgbClr val="1B1463"/>
      </a:accent5>
      <a:accent6>
        <a:srgbClr val="0D5238"/>
      </a:accent6>
      <a:hlink>
        <a:srgbClr val="4865FF"/>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2294</TotalTime>
  <Words>2034</Words>
  <Application>Microsoft Office PowerPoint</Application>
  <PresentationFormat>On-screen Show (16:9)</PresentationFormat>
  <Paragraphs>215</Paragraphs>
  <Slides>17</Slides>
  <Notes>17</Notes>
  <HiddenSlides>0</HiddenSlides>
  <MMClips>0</MMClips>
  <ScaleCrop>false</ScaleCrop>
  <HeadingPairs>
    <vt:vector size="6" baseType="variant">
      <vt:variant>
        <vt:lpstr>Fonts Used</vt:lpstr>
      </vt:variant>
      <vt:variant>
        <vt:i4>10</vt:i4>
      </vt:variant>
      <vt:variant>
        <vt:lpstr>Theme</vt:lpstr>
      </vt:variant>
      <vt:variant>
        <vt:i4>1</vt:i4>
      </vt:variant>
      <vt:variant>
        <vt:lpstr>Slide Titles</vt:lpstr>
      </vt:variant>
      <vt:variant>
        <vt:i4>17</vt:i4>
      </vt:variant>
    </vt:vector>
  </HeadingPairs>
  <TitlesOfParts>
    <vt:vector size="28" baseType="lpstr">
      <vt:lpstr>Lora</vt:lpstr>
      <vt:lpstr>Inter Light</vt:lpstr>
      <vt:lpstr>Aptos</vt:lpstr>
      <vt:lpstr>DM Sans</vt:lpstr>
      <vt:lpstr>Aptos Narrow</vt:lpstr>
      <vt:lpstr>PT Serif</vt:lpstr>
      <vt:lpstr>DM Sans Medium</vt:lpstr>
      <vt:lpstr>Arial</vt:lpstr>
      <vt:lpstr>Lustria</vt:lpstr>
      <vt:lpstr>Roboto Mono</vt:lpstr>
      <vt:lpstr>Portfolio Case Study</vt:lpstr>
      <vt:lpstr>PowerPoint Presentation</vt:lpstr>
      <vt:lpstr>Objectives</vt:lpstr>
      <vt:lpstr>Data Overview</vt:lpstr>
      <vt:lpstr>Benchmark Discovery - Weight</vt:lpstr>
      <vt:lpstr>Benchmark Discovery - Weight</vt:lpstr>
      <vt:lpstr>Benchmark 1</vt:lpstr>
      <vt:lpstr>Benchmark 2</vt:lpstr>
      <vt:lpstr>Benchmark 3</vt:lpstr>
      <vt:lpstr>Benchmark 4</vt:lpstr>
      <vt:lpstr>Benchmark Discovery - Incidents</vt:lpstr>
      <vt:lpstr>Benchmark Discovery - Incidents</vt:lpstr>
      <vt:lpstr>Benchmark 7</vt:lpstr>
      <vt:lpstr>Benchmark 8</vt:lpstr>
      <vt:lpstr>Benchmark 9</vt:lpstr>
      <vt:lpstr>Recommendations</vt:lpstr>
      <vt:lpstr>Additional Hypotheses &amp; Analytic Opportunities</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Healthcare Operations Benchmarking Case Study - Sanitized Portfolio Sample</dc:title>
  <dc:subject>De-identified portfolio work sample</dc:subject>
  <dc:creator>Meagan Foster</dc:creator>
  <cp:keywords>healthcare operations, benchmarking, data quality, risk monitoring, portfolio sample</cp:keywords>
  <dc:description/>
  <cp:lastModifiedBy>Meagan Foster</cp:lastModifiedBy>
  <cp:revision>14</cp:revision>
  <dcterms:modified xsi:type="dcterms:W3CDTF">2026-09-11T23:21:38Z</dcterms:modified>
</cp:coreProperties>
</file>